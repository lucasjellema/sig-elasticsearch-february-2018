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0"/>
  </p:notesMasterIdLst>
  <p:sldIdLst>
    <p:sldId id="275" r:id="rId2"/>
    <p:sldId id="293" r:id="rId3"/>
    <p:sldId id="294" r:id="rId4"/>
    <p:sldId id="295" r:id="rId5"/>
    <p:sldId id="292" r:id="rId6"/>
    <p:sldId id="296" r:id="rId7"/>
    <p:sldId id="297" r:id="rId8"/>
    <p:sldId id="287" r:id="rId9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0"/>
  </p:normalViewPr>
  <p:slideViewPr>
    <p:cSldViewPr snapToGrid="0" snapToObjects="1">
      <p:cViewPr varScale="1">
        <p:scale>
          <a:sx n="106" d="100"/>
          <a:sy n="106" d="100"/>
        </p:scale>
        <p:origin x="120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2FCE7-7AFA-9242-BECB-A61CE0BE95A1}" type="datetimeFigureOut">
              <a:rPr lang="nl-NL" smtClean="0"/>
              <a:pPr/>
              <a:t>20-2-2018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B967C-E8DF-AF4B-9B57-A68D256EEC90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87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6716"/>
            <a:ext cx="9144000" cy="176784"/>
          </a:xfrm>
          <a:prstGeom prst="rect">
            <a:avLst/>
          </a:prstGeom>
        </p:spPr>
      </p:pic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0" y="810001"/>
            <a:ext cx="9144000" cy="3348000"/>
          </a:xfrm>
          <a:solidFill>
            <a:schemeClr val="bg1">
              <a:lumMod val="85000"/>
            </a:schemeClr>
          </a:solidFill>
        </p:spPr>
        <p:txBody>
          <a:bodyPr lIns="360000" tIns="251999" rIns="3960000" bIns="1080000" anchor="b" anchorCtr="0"/>
          <a:lstStyle>
            <a:lvl1pPr marL="0" indent="0" algn="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00000" y="1548000"/>
            <a:ext cx="3024000" cy="3024000"/>
          </a:xfrm>
          <a:solidFill>
            <a:schemeClr val="tx2"/>
          </a:solidFill>
        </p:spPr>
        <p:txBody>
          <a:bodyPr lIns="90000" tIns="90000" rIns="72000" bIns="72000" anchor="t" anchorCtr="0"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noProof="0" dirty="0" smtClean="0"/>
              <a:t>CLICK TO EDIT MASTER TITLE STYLE</a:t>
            </a:r>
            <a:endParaRPr lang="nl-NL" noProof="0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0" y="108000"/>
            <a:ext cx="2880360" cy="64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6716"/>
            <a:ext cx="9144000" cy="176784"/>
          </a:xfrm>
          <a:prstGeom prst="rect">
            <a:avLst/>
          </a:prstGeom>
        </p:spPr>
      </p:pic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0" y="810001"/>
            <a:ext cx="9144000" cy="3348000"/>
          </a:xfrm>
          <a:solidFill>
            <a:schemeClr val="bg1">
              <a:lumMod val="85000"/>
            </a:schemeClr>
          </a:solidFill>
        </p:spPr>
        <p:txBody>
          <a:bodyPr lIns="360000" tIns="251999" rIns="3960000" bIns="1080000" anchor="b" anchorCtr="0"/>
          <a:lstStyle>
            <a:lvl1pPr marL="0" indent="0" algn="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00000" y="1548000"/>
            <a:ext cx="3024000" cy="3024000"/>
          </a:xfrm>
          <a:solidFill>
            <a:schemeClr val="tx2"/>
          </a:solidFill>
        </p:spPr>
        <p:txBody>
          <a:bodyPr lIns="90000" tIns="90000" rIns="72000" bIns="72000" anchor="t" anchorCtr="0"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noProof="0" dirty="0" smtClean="0"/>
              <a:t>CLICK TO EDIT MASTER TITLE STYLE</a:t>
            </a:r>
            <a:endParaRPr lang="nl-NL" noProof="0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0" y="108000"/>
            <a:ext cx="2880360" cy="649224"/>
          </a:xfrm>
          <a:prstGeom prst="rect">
            <a:avLst/>
          </a:prstGeom>
        </p:spPr>
      </p:pic>
      <p:sp>
        <p:nvSpPr>
          <p:cNvPr id="14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19998" y="1080000"/>
            <a:ext cx="4464000" cy="1512000"/>
          </a:xfrm>
        </p:spPr>
        <p:txBody>
          <a:bodyPr anchor="t" anchorCtr="0"/>
          <a:lstStyle>
            <a:lvl1pPr marL="0" indent="0">
              <a:lnSpc>
                <a:spcPct val="85000"/>
              </a:lnSpc>
              <a:buNone/>
              <a:defRPr sz="40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spre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1" y="810001"/>
            <a:ext cx="9143999" cy="3348000"/>
          </a:xfrm>
          <a:solidFill>
            <a:schemeClr val="bg1">
              <a:lumMod val="85000"/>
            </a:schemeClr>
          </a:solidFill>
        </p:spPr>
        <p:txBody>
          <a:bodyPr lIns="360000" tIns="251999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6716"/>
            <a:ext cx="9144000" cy="176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00000" y="1548000"/>
            <a:ext cx="3024000" cy="3024000"/>
          </a:xfrm>
          <a:solidFill>
            <a:schemeClr val="tx2"/>
          </a:solidFill>
        </p:spPr>
        <p:txBody>
          <a:bodyPr lIns="90000" tIns="90000" rIns="72000" bIns="72000" anchor="t" anchorCtr="0"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90000" y="4157999"/>
            <a:ext cx="2880000" cy="322017"/>
          </a:xfrm>
        </p:spPr>
        <p:txBody>
          <a:bodyPr anchor="b" anchorCtr="0"/>
          <a:lstStyle>
            <a:lvl1pPr marL="0" indent="0" algn="l">
              <a:lnSpc>
                <a:spcPct val="11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0" y="108000"/>
            <a:ext cx="2880360" cy="649224"/>
          </a:xfrm>
          <a:prstGeom prst="rect">
            <a:avLst/>
          </a:prstGeom>
        </p:spPr>
      </p:pic>
      <p:sp>
        <p:nvSpPr>
          <p:cNvPr id="1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90000" y="3437998"/>
            <a:ext cx="720000" cy="720000"/>
          </a:xfrm>
          <a:solidFill>
            <a:schemeClr val="bg1">
              <a:lumMod val="85000"/>
            </a:schemeClr>
          </a:solidFill>
        </p:spPr>
        <p:txBody>
          <a:bodyPr lIns="360000" tIns="251999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 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kop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3" y="1224000"/>
            <a:ext cx="6623999" cy="34919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216DA-0E4B-CC41-ACBF-76C3BC02E189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719998" y="936000"/>
            <a:ext cx="6623999" cy="288000"/>
          </a:xfrm>
        </p:spPr>
        <p:txBody>
          <a:bodyPr anchor="t" anchorCtr="0"/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430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3" y="936000"/>
            <a:ext cx="6623999" cy="3780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8D44-D820-BB49-9309-B66E37C4EE70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399005" y="1548000"/>
            <a:ext cx="3024000" cy="3024000"/>
          </a:xfrm>
          <a:solidFill>
            <a:schemeClr val="tx2"/>
          </a:solidFill>
        </p:spPr>
        <p:txBody>
          <a:bodyPr lIns="90000" tIns="90000" rIns="72000" bIns="72000" anchor="t" anchorCtr="0"/>
          <a:lstStyle>
            <a:lvl1pPr marL="0" indent="0">
              <a:lnSpc>
                <a:spcPct val="850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3" y="936000"/>
            <a:ext cx="4464000" cy="3780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6030-B80C-7C4C-B97F-1ADFAB53E146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>
          <a:xfrm>
            <a:off x="5490000" y="4157999"/>
            <a:ext cx="2880000" cy="322017"/>
          </a:xfrm>
        </p:spPr>
        <p:txBody>
          <a:bodyPr anchor="b" anchorCtr="0"/>
          <a:lstStyle>
            <a:lvl1pPr marL="0" indent="0" algn="l">
              <a:lnSpc>
                <a:spcPct val="11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3B474-0AB7-8846-BA6A-67033A8CF4FA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719999" y="288000"/>
            <a:ext cx="6624000" cy="504000"/>
          </a:xfrm>
        </p:spPr>
        <p:txBody>
          <a:bodyPr/>
          <a:lstStyle/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720003" y="1224000"/>
            <a:ext cx="3744993" cy="34919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19998" y="936000"/>
            <a:ext cx="3744995" cy="288000"/>
          </a:xfrm>
        </p:spPr>
        <p:txBody>
          <a:bodyPr anchor="t" anchorCtr="0"/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4"/>
          </p:nvPr>
        </p:nvSpPr>
        <p:spPr>
          <a:xfrm>
            <a:off x="4679007" y="1224000"/>
            <a:ext cx="3744993" cy="34919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5"/>
          </p:nvPr>
        </p:nvSpPr>
        <p:spPr>
          <a:xfrm>
            <a:off x="4679004" y="936000"/>
            <a:ext cx="3744995" cy="288000"/>
          </a:xfrm>
        </p:spPr>
        <p:txBody>
          <a:bodyPr anchor="t" anchorCtr="0"/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89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kolommen met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20000" y="792000"/>
            <a:ext cx="3744000" cy="1584000"/>
          </a:xfrm>
          <a:solidFill>
            <a:schemeClr val="bg1">
              <a:lumMod val="85000"/>
            </a:schemeClr>
          </a:solidFill>
        </p:spPr>
        <p:txBody>
          <a:bodyPr lIns="360000" tIns="360000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A50C8-7311-E14C-816D-7251E320C8DC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88000"/>
            <a:ext cx="6623999" cy="503999"/>
          </a:xfrm>
        </p:spPr>
        <p:txBody>
          <a:bodyPr anchor="ctr" anchorCtr="0"/>
          <a:lstStyle>
            <a:lvl1pPr>
              <a:defRPr sz="1800"/>
            </a:lvl1pPr>
          </a:lstStyle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4680000" y="792000"/>
            <a:ext cx="3744000" cy="1584000"/>
          </a:xfrm>
          <a:solidFill>
            <a:schemeClr val="bg1">
              <a:lumMod val="85000"/>
            </a:schemeClr>
          </a:solidFill>
        </p:spPr>
        <p:txBody>
          <a:bodyPr lIns="360000" tIns="360000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720003" y="2700000"/>
            <a:ext cx="3743997" cy="2016000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6"/>
          </p:nvPr>
        </p:nvSpPr>
        <p:spPr>
          <a:xfrm>
            <a:off x="719998" y="2448000"/>
            <a:ext cx="3744000" cy="252000"/>
          </a:xfrm>
        </p:spPr>
        <p:txBody>
          <a:bodyPr anchor="t" anchorCtr="0"/>
          <a:lstStyle>
            <a:lvl1pPr marL="0" indent="0">
              <a:buNone/>
              <a:defRPr sz="13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4680005" y="2700000"/>
            <a:ext cx="3743997" cy="2016000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8"/>
          </p:nvPr>
        </p:nvSpPr>
        <p:spPr>
          <a:xfrm>
            <a:off x="4680000" y="2448000"/>
            <a:ext cx="3744000" cy="252000"/>
          </a:xfrm>
        </p:spPr>
        <p:txBody>
          <a:bodyPr anchor="t" anchorCtr="0"/>
          <a:lstStyle>
            <a:lvl1pPr marL="0" indent="0">
              <a:buNone/>
              <a:defRPr sz="13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34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812800"/>
            <a:ext cx="9144000" cy="3352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6716"/>
            <a:ext cx="9144000" cy="176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1" y="1115998"/>
            <a:ext cx="7703999" cy="2520000"/>
          </a:xfrm>
        </p:spPr>
        <p:txBody>
          <a:bodyPr anchor="t" anchorCtr="0"/>
          <a:lstStyle>
            <a:lvl1pPr>
              <a:lnSpc>
                <a:spcPct val="10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 noProof="0" dirty="0" smtClean="0"/>
              <a:t>CLICK TO EDIT MASTER TITLE STYLE</a:t>
            </a:r>
            <a:endParaRPr lang="nl-NL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0CDB-38B1-8E43-A846-6FE3B07A872E}" type="datetime1">
              <a:rPr lang="en-US" noProof="0" smtClean="0"/>
              <a:pPr/>
              <a:t>2/20/2018</a:t>
            </a:fld>
            <a:endParaRPr lang="nl-NL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noProof="0" smtClean="0"/>
              <a:t>Titel van de presentatie</a:t>
            </a:r>
            <a:endParaRPr lang="nl-NL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noProof="0" smtClean="0"/>
              <a:pPr/>
              <a:t>‹#›</a:t>
            </a:fld>
            <a:endParaRPr lang="nl-NL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0" y="108000"/>
            <a:ext cx="2880360" cy="649224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812800"/>
            <a:ext cx="9144000" cy="3352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6716"/>
            <a:ext cx="9144000" cy="176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1" y="1115999"/>
            <a:ext cx="7703999" cy="1944000"/>
          </a:xfrm>
        </p:spPr>
        <p:txBody>
          <a:bodyPr anchor="t" anchorCtr="0"/>
          <a:lstStyle>
            <a:lvl1pPr>
              <a:lnSpc>
                <a:spcPct val="10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 noProof="0" dirty="0" smtClean="0"/>
              <a:t>CLICK TO EDIT MASTER TITLE STYLE</a:t>
            </a:r>
            <a:endParaRPr lang="nl-NL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0CDB-38B1-8E43-A846-6FE3B07A872E}" type="datetime1">
              <a:rPr lang="en-US" noProof="0" smtClean="0"/>
              <a:pPr/>
              <a:t>2/20/2018</a:t>
            </a:fld>
            <a:endParaRPr lang="nl-NL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noProof="0" smtClean="0"/>
              <a:t>Titel van de presentatie</a:t>
            </a:r>
            <a:endParaRPr lang="nl-NL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noProof="0" smtClean="0"/>
              <a:pPr/>
              <a:t>‹#›</a:t>
            </a:fld>
            <a:endParaRPr lang="nl-NL" noProof="0" dirty="0"/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12000" y="3096038"/>
            <a:ext cx="1512000" cy="1512000"/>
          </a:xfrm>
          <a:solidFill>
            <a:schemeClr val="bg1">
              <a:lumMod val="85000"/>
            </a:schemeClr>
          </a:solidFill>
        </p:spPr>
        <p:txBody>
          <a:bodyPr lIns="360000" tIns="360000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noProof="0" dirty="0" smtClean="0"/>
              <a:t>Foto</a:t>
            </a:r>
            <a:endParaRPr lang="nl-NL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0" y="108000"/>
            <a:ext cx="2880360" cy="649224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810000"/>
            <a:ext cx="9144000" cy="351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88000"/>
            <a:ext cx="6623999" cy="503999"/>
          </a:xfrm>
        </p:spPr>
        <p:txBody>
          <a:bodyPr anchor="ctr" anchorCtr="0"/>
          <a:lstStyle>
            <a:lvl1pPr>
              <a:defRPr sz="1800"/>
            </a:lvl1pPr>
          </a:lstStyle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900001"/>
            <a:ext cx="3744000" cy="3401999"/>
          </a:xfrm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8B67E-1464-254D-876A-5A059C6CA686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4644000" y="810001"/>
            <a:ext cx="4500000" cy="3510000"/>
          </a:xfrm>
          <a:solidFill>
            <a:schemeClr val="bg1">
              <a:lumMod val="85000"/>
            </a:schemeClr>
          </a:solidFill>
        </p:spPr>
        <p:txBody>
          <a:bodyPr lIns="360000" tIns="251999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5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4644000" y="810000"/>
            <a:ext cx="4500000" cy="351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810000"/>
            <a:ext cx="4644000" cy="351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88000"/>
            <a:ext cx="6623999" cy="503999"/>
          </a:xfrm>
        </p:spPr>
        <p:txBody>
          <a:bodyPr anchor="ctr" anchorCtr="0"/>
          <a:lstStyle>
            <a:lvl1pPr>
              <a:defRPr sz="1800"/>
            </a:lvl1pPr>
          </a:lstStyle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900001"/>
            <a:ext cx="3744000" cy="3401999"/>
          </a:xfrm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756A-AF1A-B249-A7CF-A1AE4E86FA38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4644000" y="810001"/>
            <a:ext cx="4500000" cy="3510000"/>
          </a:xfrm>
          <a:noFill/>
        </p:spPr>
        <p:txBody>
          <a:bodyPr lIns="360000" tIns="360000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812798"/>
            <a:ext cx="9144000" cy="351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88000"/>
            <a:ext cx="6623999" cy="503999"/>
          </a:xfrm>
        </p:spPr>
        <p:txBody>
          <a:bodyPr anchor="ctr" anchorCtr="0"/>
          <a:lstStyle>
            <a:lvl1pPr>
              <a:defRPr sz="1800"/>
            </a:lvl1pPr>
          </a:lstStyle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8" y="900001"/>
            <a:ext cx="5940000" cy="3401999"/>
          </a:xfrm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900-D3BD-ED44-9070-3471A5611DC2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6840000" y="810001"/>
            <a:ext cx="2304000" cy="3510000"/>
          </a:xfrm>
          <a:solidFill>
            <a:schemeClr val="bg1">
              <a:lumMod val="85000"/>
            </a:schemeClr>
          </a:solidFill>
        </p:spPr>
        <p:txBody>
          <a:bodyPr lIns="360000" tIns="360000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5A3F-EB4E-3340-8D19-07B028CB11AD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719999" y="288000"/>
            <a:ext cx="6624000" cy="504000"/>
          </a:xfrm>
        </p:spPr>
        <p:txBody>
          <a:bodyPr/>
          <a:lstStyle/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810001"/>
            <a:ext cx="9144000" cy="3510000"/>
          </a:xfrm>
          <a:solidFill>
            <a:schemeClr val="bg1">
              <a:lumMod val="85000"/>
            </a:schemeClr>
          </a:solidFill>
        </p:spPr>
        <p:txBody>
          <a:bodyPr lIns="360000" tIns="251999" rIns="360000" anchor="t"/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360000"/>
            <a:ext cx="1258824" cy="2865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6716"/>
            <a:ext cx="9144000" cy="176784"/>
          </a:xfrm>
          <a:prstGeom prst="rect">
            <a:avLst/>
          </a:prstGeom>
          <a:blipFill>
            <a:blip r:embed="rId18">
              <a:alphaModFix amt="45000"/>
            </a:blip>
            <a:stretch>
              <a:fillRect/>
            </a:stretch>
          </a:blipFill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9999" y="288000"/>
            <a:ext cx="6624000" cy="504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nl-NL" dirty="0" smtClean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3" y="936000"/>
            <a:ext cx="6623999" cy="37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 smtClean="0"/>
              <a:t>Klik om de tekststijl van het model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44000" y="5004000"/>
            <a:ext cx="1224000" cy="10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fld id="{E300D605-E2BB-8B4E-A2F3-5A64231C34A6}" type="datetime1">
              <a:rPr lang="en-US" smtClean="0"/>
              <a:pPr/>
              <a:t>2/20/2018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68000" y="5004000"/>
            <a:ext cx="3240000" cy="10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600">
                <a:solidFill>
                  <a:schemeClr val="bg1"/>
                </a:solidFill>
              </a:defRPr>
            </a:lvl1pPr>
          </a:lstStyle>
          <a:p>
            <a:r>
              <a:rPr lang="nl-NL" smtClean="0"/>
              <a:t>Titel van de presentatie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0000" y="5004000"/>
            <a:ext cx="144000" cy="10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600">
                <a:solidFill>
                  <a:schemeClr val="bg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244000" y="5004000"/>
            <a:ext cx="0" cy="900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0" r:id="rId2"/>
    <p:sldLayoutId id="2147483687" r:id="rId3"/>
    <p:sldLayoutId id="2147483674" r:id="rId4"/>
    <p:sldLayoutId id="2147483689" r:id="rId5"/>
    <p:sldLayoutId id="2147483686" r:id="rId6"/>
    <p:sldLayoutId id="2147483677" r:id="rId7"/>
    <p:sldLayoutId id="2147483681" r:id="rId8"/>
    <p:sldLayoutId id="2147483691" r:id="rId9"/>
    <p:sldLayoutId id="2147483682" r:id="rId10"/>
    <p:sldLayoutId id="2147483680" r:id="rId11"/>
    <p:sldLayoutId id="2147483684" r:id="rId12"/>
    <p:sldLayoutId id="2147483685" r:id="rId13"/>
    <p:sldLayoutId id="2147483688" r:id="rId14"/>
  </p:sldLayoutIdLst>
  <p:hf hd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6858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6858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6858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ijdelijke aanduiding voor afbeelding 3" descr="conclusionaccelerate_254_93.jp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-71" r="-71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smtClean="0"/>
              <a:t>ELK stack in action</a:t>
            </a:r>
            <a:br>
              <a:rPr lang="nl-NL" dirty="0" smtClean="0"/>
            </a:br>
            <a:r>
              <a:rPr lang="nl-NL" dirty="0"/>
              <a:t/>
            </a:r>
            <a:br>
              <a:rPr lang="nl-NL" dirty="0"/>
            </a:br>
            <a:r>
              <a:rPr lang="nl-NL" dirty="0" smtClean="0"/>
              <a:t>Michiel van der Sluis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937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Uitdagingen bij onze klant</a:t>
            </a:r>
            <a:endParaRPr lang="nl-NL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smtClean="0"/>
              <a:t>Eerste ideeën:</a:t>
            </a:r>
          </a:p>
          <a:p>
            <a:pPr lvl="1"/>
            <a:r>
              <a:rPr lang="nl-NL" dirty="0" smtClean="0"/>
              <a:t>Introductie van een generiek event API</a:t>
            </a:r>
          </a:p>
          <a:p>
            <a:pPr lvl="1"/>
            <a:r>
              <a:rPr lang="nl-NL" dirty="0"/>
              <a:t>Volgen van transacties over </a:t>
            </a:r>
            <a:r>
              <a:rPr lang="nl-NL" dirty="0" err="1"/>
              <a:t>API’s</a:t>
            </a:r>
            <a:r>
              <a:rPr lang="nl-NL" dirty="0"/>
              <a:t> heen</a:t>
            </a:r>
          </a:p>
          <a:p>
            <a:r>
              <a:rPr lang="nl-NL" dirty="0" smtClean="0"/>
              <a:t>De volgende stap:</a:t>
            </a:r>
          </a:p>
          <a:p>
            <a:pPr lvl="1"/>
            <a:r>
              <a:rPr lang="nl-NL" dirty="0" smtClean="0"/>
              <a:t>Behoefte aan functionele monitoring van onze </a:t>
            </a:r>
            <a:r>
              <a:rPr lang="nl-NL" dirty="0" err="1" smtClean="0"/>
              <a:t>API’s</a:t>
            </a:r>
            <a:endParaRPr lang="nl-NL" dirty="0" smtClean="0"/>
          </a:p>
          <a:p>
            <a:pPr lvl="1"/>
            <a:r>
              <a:rPr lang="nl-NL" dirty="0"/>
              <a:t>Op zoek naar een generieke rapportage </a:t>
            </a:r>
            <a:r>
              <a:rPr lang="nl-NL" dirty="0" smtClean="0"/>
              <a:t>oplossing</a:t>
            </a:r>
          </a:p>
          <a:p>
            <a:pPr lvl="1"/>
            <a:r>
              <a:rPr lang="en-US" dirty="0" smtClean="0"/>
              <a:t>Het </a:t>
            </a:r>
            <a:r>
              <a:rPr lang="nl-NL" dirty="0" smtClean="0"/>
              <a:t>“sprekend” maken van onze oplossing doormiddel van dashboards</a:t>
            </a:r>
          </a:p>
          <a:p>
            <a:pPr lvl="1"/>
            <a:r>
              <a:rPr lang="nl-NL" dirty="0" smtClean="0"/>
              <a:t>Pakketkeuze</a:t>
            </a:r>
            <a:endParaRPr lang="nl-NL" dirty="0"/>
          </a:p>
          <a:p>
            <a:pPr marL="0" indent="0">
              <a:buNone/>
            </a:pPr>
            <a:endParaRPr lang="nl-NL" dirty="0" smtClean="0"/>
          </a:p>
          <a:p>
            <a:endParaRPr lang="nl-NL" dirty="0" smtClean="0"/>
          </a:p>
          <a:p>
            <a:endParaRPr lang="nl-NL" dirty="0" smtClean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smtClean="0"/>
              <a:t>Elk in action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383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9010" y="145321"/>
            <a:ext cx="6624000" cy="504000"/>
          </a:xfrm>
        </p:spPr>
        <p:txBody>
          <a:bodyPr/>
          <a:lstStyle/>
          <a:p>
            <a:r>
              <a:rPr lang="nl-NL" dirty="0" err="1" smtClean="0"/>
              <a:t>MuleSoft</a:t>
            </a:r>
            <a:r>
              <a:rPr lang="nl-NL" dirty="0" smtClean="0"/>
              <a:t> API platform</a:t>
            </a: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74547" y="4735547"/>
            <a:ext cx="3240000" cy="108000"/>
          </a:xfrm>
        </p:spPr>
        <p:txBody>
          <a:bodyPr/>
          <a:lstStyle/>
          <a:p>
            <a:r>
              <a:rPr lang="nl-NL" dirty="0" smtClean="0"/>
              <a:t>Project MISA bij </a:t>
            </a:r>
            <a:r>
              <a:rPr lang="nl-NL" dirty="0" err="1" smtClean="0"/>
              <a:t>Medux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86547" y="4735547"/>
            <a:ext cx="144000" cy="108000"/>
          </a:xfrm>
        </p:spPr>
        <p:txBody>
          <a:bodyPr/>
          <a:lstStyle/>
          <a:p>
            <a:fld id="{14F1411D-0280-154F-AEAC-4C20B7AA46B2}" type="slidenum">
              <a:rPr lang="nl-NL" smtClean="0"/>
              <a:pPr/>
              <a:t>3</a:t>
            </a:fld>
            <a:endParaRPr lang="nl-NL"/>
          </a:p>
        </p:txBody>
      </p:sp>
      <p:cxnSp>
        <p:nvCxnSpPr>
          <p:cNvPr id="9" name="Shape 947"/>
          <p:cNvCxnSpPr/>
          <p:nvPr/>
        </p:nvCxnSpPr>
        <p:spPr>
          <a:xfrm>
            <a:off x="7035933" y="3765830"/>
            <a:ext cx="0" cy="608100"/>
          </a:xfrm>
          <a:prstGeom prst="straightConnector1">
            <a:avLst/>
          </a:prstGeom>
          <a:solidFill>
            <a:srgbClr val="323031"/>
          </a:solidFill>
          <a:ln>
            <a:noFill/>
          </a:ln>
        </p:spPr>
      </p:cxnSp>
      <p:cxnSp>
        <p:nvCxnSpPr>
          <p:cNvPr id="10" name="Shape 948"/>
          <p:cNvCxnSpPr/>
          <p:nvPr/>
        </p:nvCxnSpPr>
        <p:spPr>
          <a:xfrm>
            <a:off x="6172333" y="3839805"/>
            <a:ext cx="0" cy="608100"/>
          </a:xfrm>
          <a:prstGeom prst="straightConnector1">
            <a:avLst/>
          </a:prstGeom>
          <a:solidFill>
            <a:srgbClr val="323031"/>
          </a:solidFill>
          <a:ln>
            <a:noFill/>
          </a:ln>
        </p:spPr>
      </p:cxnSp>
      <p:cxnSp>
        <p:nvCxnSpPr>
          <p:cNvPr id="11" name="Shape 949"/>
          <p:cNvCxnSpPr/>
          <p:nvPr/>
        </p:nvCxnSpPr>
        <p:spPr>
          <a:xfrm>
            <a:off x="3112487" y="3854248"/>
            <a:ext cx="0" cy="608100"/>
          </a:xfrm>
          <a:prstGeom prst="straightConnector1">
            <a:avLst/>
          </a:prstGeom>
          <a:solidFill>
            <a:srgbClr val="323031"/>
          </a:solidFill>
          <a:ln>
            <a:noFill/>
          </a:ln>
        </p:spPr>
      </p:cxnSp>
      <p:cxnSp>
        <p:nvCxnSpPr>
          <p:cNvPr id="12" name="Shape 950"/>
          <p:cNvCxnSpPr/>
          <p:nvPr/>
        </p:nvCxnSpPr>
        <p:spPr>
          <a:xfrm>
            <a:off x="956006" y="3843784"/>
            <a:ext cx="0" cy="608100"/>
          </a:xfrm>
          <a:prstGeom prst="straightConnector1">
            <a:avLst/>
          </a:prstGeom>
          <a:solidFill>
            <a:srgbClr val="323031"/>
          </a:solidFill>
          <a:ln>
            <a:noFill/>
          </a:ln>
        </p:spPr>
      </p:cxnSp>
      <p:cxnSp>
        <p:nvCxnSpPr>
          <p:cNvPr id="13" name="Shape 951"/>
          <p:cNvCxnSpPr/>
          <p:nvPr/>
        </p:nvCxnSpPr>
        <p:spPr>
          <a:xfrm>
            <a:off x="5390299" y="3776805"/>
            <a:ext cx="0" cy="608100"/>
          </a:xfrm>
          <a:prstGeom prst="straightConnector1">
            <a:avLst/>
          </a:prstGeom>
          <a:solidFill>
            <a:srgbClr val="323031"/>
          </a:solidFill>
          <a:ln>
            <a:noFill/>
          </a:ln>
        </p:spPr>
      </p:cxnSp>
      <p:cxnSp>
        <p:nvCxnSpPr>
          <p:cNvPr id="14" name="Shape 952"/>
          <p:cNvCxnSpPr/>
          <p:nvPr/>
        </p:nvCxnSpPr>
        <p:spPr>
          <a:xfrm>
            <a:off x="4287039" y="3754839"/>
            <a:ext cx="0" cy="608100"/>
          </a:xfrm>
          <a:prstGeom prst="straightConnector1">
            <a:avLst/>
          </a:prstGeom>
          <a:solidFill>
            <a:srgbClr val="323031"/>
          </a:solidFill>
          <a:ln>
            <a:noFill/>
          </a:ln>
        </p:spPr>
      </p:cxnSp>
      <p:cxnSp>
        <p:nvCxnSpPr>
          <p:cNvPr id="15" name="Shape 953"/>
          <p:cNvCxnSpPr/>
          <p:nvPr/>
        </p:nvCxnSpPr>
        <p:spPr>
          <a:xfrm>
            <a:off x="2168503" y="3805932"/>
            <a:ext cx="0" cy="608100"/>
          </a:xfrm>
          <a:prstGeom prst="straightConnector1">
            <a:avLst/>
          </a:prstGeom>
          <a:solidFill>
            <a:srgbClr val="323031"/>
          </a:solidFill>
          <a:ln>
            <a:noFill/>
          </a:ln>
        </p:spPr>
      </p:cxnSp>
      <p:sp>
        <p:nvSpPr>
          <p:cNvPr id="16" name="Shape 954"/>
          <p:cNvSpPr/>
          <p:nvPr/>
        </p:nvSpPr>
        <p:spPr>
          <a:xfrm>
            <a:off x="1713077" y="3265089"/>
            <a:ext cx="7014544" cy="621921"/>
          </a:xfrm>
          <a:prstGeom prst="roundRect">
            <a:avLst>
              <a:gd name="adj" fmla="val 16667"/>
            </a:avLst>
          </a:prstGeom>
          <a:solidFill>
            <a:srgbClr val="3230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Verdana"/>
              <a:buNone/>
            </a:pP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System 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APIs (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ontsluiting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 van 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bronnen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)</a:t>
            </a:r>
            <a:endParaRPr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Shape 955"/>
          <p:cNvSpPr/>
          <p:nvPr/>
        </p:nvSpPr>
        <p:spPr>
          <a:xfrm>
            <a:off x="1713077" y="2332579"/>
            <a:ext cx="7014543" cy="661419"/>
          </a:xfrm>
          <a:prstGeom prst="roundRect">
            <a:avLst>
              <a:gd name="adj" fmla="val 16667"/>
            </a:avLst>
          </a:prstGeom>
          <a:solidFill>
            <a:srgbClr val="3230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Verdana"/>
              <a:buNone/>
            </a:pPr>
            <a:r>
              <a:rPr lang="en-US" b="0" i="0" u="none" strike="noStrike" cap="none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Process 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APIs (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Generiek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maken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van 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processen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en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informatie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"/>
              <a:buFont typeface="Verdana"/>
              <a:buNone/>
            </a:pPr>
            <a:r>
              <a:rPr lang="en-US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Orders, </a:t>
            </a:r>
            <a:r>
              <a:rPr lang="en-US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klanten</a:t>
            </a:r>
            <a:r>
              <a:rPr lang="en-US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producten</a:t>
            </a:r>
            <a:r>
              <a:rPr lang="en-US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verzekeringsinformatie</a:t>
            </a:r>
            <a:endParaRPr dirty="0"/>
          </a:p>
        </p:txBody>
      </p:sp>
      <p:sp>
        <p:nvSpPr>
          <p:cNvPr id="18" name="Shape 956"/>
          <p:cNvSpPr/>
          <p:nvPr/>
        </p:nvSpPr>
        <p:spPr>
          <a:xfrm>
            <a:off x="1713078" y="1565374"/>
            <a:ext cx="7027856" cy="469567"/>
          </a:xfrm>
          <a:prstGeom prst="roundRect">
            <a:avLst>
              <a:gd name="adj" fmla="val 16667"/>
            </a:avLst>
          </a:prstGeom>
          <a:solidFill>
            <a:srgbClr val="3230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Verdana"/>
              <a:buNone/>
            </a:pPr>
            <a:r>
              <a:rPr lang="en-US" b="0" i="0" u="none" strike="noStrike" cap="none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Experience 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APIs (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Ontsluiten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van </a:t>
            </a:r>
            <a:r>
              <a:rPr lang="en-US" b="0" i="0" u="none" strike="noStrike" cap="none" dirty="0" err="1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informatie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Verdana"/>
              <a:buNone/>
            </a:pPr>
            <a:r>
              <a:rPr lang="en-US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Platforms, Mobile</a:t>
            </a:r>
            <a:r>
              <a:rPr lang="en-US" b="0" i="0" u="none" strike="noStrike" cap="none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Website</a:t>
            </a:r>
            <a:r>
              <a:rPr lang="en-US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, ERP</a:t>
            </a:r>
            <a:endParaRPr dirty="0"/>
          </a:p>
        </p:txBody>
      </p:sp>
      <p:sp>
        <p:nvSpPr>
          <p:cNvPr id="19" name="Shape 957"/>
          <p:cNvSpPr txBox="1"/>
          <p:nvPr/>
        </p:nvSpPr>
        <p:spPr>
          <a:xfrm>
            <a:off x="1585666" y="4590866"/>
            <a:ext cx="1732252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8C"/>
              </a:buClr>
              <a:buSzPts val="300"/>
              <a:buFont typeface="Verdana"/>
              <a:buNone/>
            </a:pPr>
            <a:r>
              <a:rPr lang="en-US" sz="1200" dirty="0" smtClean="0">
                <a:solidFill>
                  <a:srgbClr val="90908C"/>
                </a:solidFill>
                <a:latin typeface="Verdana"/>
                <a:ea typeface="Verdana"/>
                <a:cs typeface="Verdana"/>
                <a:sym typeface="Verdana"/>
              </a:rPr>
              <a:t>External </a:t>
            </a:r>
            <a:r>
              <a:rPr lang="en-US" sz="1200" dirty="0" err="1" smtClean="0">
                <a:solidFill>
                  <a:srgbClr val="90908C"/>
                </a:solidFill>
                <a:latin typeface="Verdana"/>
                <a:ea typeface="Verdana"/>
                <a:cs typeface="Verdana"/>
                <a:sym typeface="Verdana"/>
              </a:rPr>
              <a:t>datasource</a:t>
            </a:r>
            <a:endParaRPr dirty="0"/>
          </a:p>
        </p:txBody>
      </p:sp>
      <p:sp>
        <p:nvSpPr>
          <p:cNvPr id="21" name="Shape 959"/>
          <p:cNvSpPr txBox="1"/>
          <p:nvPr/>
        </p:nvSpPr>
        <p:spPr>
          <a:xfrm>
            <a:off x="3296139" y="4590866"/>
            <a:ext cx="990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8C"/>
              </a:buClr>
              <a:buSzPts val="300"/>
              <a:buFont typeface="Verdana"/>
              <a:buNone/>
            </a:pPr>
            <a:r>
              <a:rPr lang="en-US" sz="1200" b="0" i="0" u="none" strike="noStrike" cap="none" dirty="0" smtClean="0">
                <a:solidFill>
                  <a:srgbClr val="90908C"/>
                </a:solidFill>
                <a:latin typeface="Verdana"/>
                <a:ea typeface="Verdana"/>
                <a:cs typeface="Verdana"/>
                <a:sym typeface="Verdana"/>
              </a:rPr>
              <a:t>ERP</a:t>
            </a:r>
            <a:endParaRPr dirty="0"/>
          </a:p>
        </p:txBody>
      </p:sp>
      <p:sp>
        <p:nvSpPr>
          <p:cNvPr id="22" name="Shape 960"/>
          <p:cNvSpPr txBox="1"/>
          <p:nvPr/>
        </p:nvSpPr>
        <p:spPr>
          <a:xfrm>
            <a:off x="7399916" y="4608877"/>
            <a:ext cx="1487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8C"/>
              </a:buClr>
              <a:buSzPts val="300"/>
              <a:buFont typeface="Verdana"/>
              <a:buNone/>
            </a:pPr>
            <a:r>
              <a:rPr lang="en-US" sz="1200" b="0" i="0" u="none" strike="noStrike" cap="none" dirty="0" err="1" smtClean="0">
                <a:solidFill>
                  <a:srgbClr val="90908C"/>
                </a:solidFill>
                <a:latin typeface="Verdana"/>
                <a:ea typeface="Verdana"/>
                <a:cs typeface="Verdana"/>
                <a:sym typeface="Verdana"/>
              </a:rPr>
              <a:t>Facilitair</a:t>
            </a:r>
            <a:endParaRPr dirty="0"/>
          </a:p>
        </p:txBody>
      </p:sp>
      <p:sp>
        <p:nvSpPr>
          <p:cNvPr id="23" name="Shape 961"/>
          <p:cNvSpPr txBox="1"/>
          <p:nvPr/>
        </p:nvSpPr>
        <p:spPr>
          <a:xfrm>
            <a:off x="184584" y="4575254"/>
            <a:ext cx="99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8C"/>
              </a:buClr>
              <a:buSzPts val="300"/>
              <a:buFont typeface="Verdana"/>
              <a:buNone/>
            </a:pPr>
            <a:r>
              <a:rPr lang="en-US" sz="1200" b="0" i="0" u="none" strike="noStrike" cap="none" dirty="0" smtClean="0">
                <a:solidFill>
                  <a:srgbClr val="90908C"/>
                </a:solidFill>
                <a:latin typeface="Verdana"/>
                <a:ea typeface="Verdana"/>
                <a:cs typeface="Verdana"/>
                <a:sym typeface="Verdana"/>
              </a:rPr>
              <a:t>ELK</a:t>
            </a:r>
            <a:endParaRPr dirty="0"/>
          </a:p>
        </p:txBody>
      </p:sp>
      <p:sp>
        <p:nvSpPr>
          <p:cNvPr id="24" name="Shape 962"/>
          <p:cNvSpPr txBox="1"/>
          <p:nvPr/>
        </p:nvSpPr>
        <p:spPr>
          <a:xfrm>
            <a:off x="4690731" y="4583085"/>
            <a:ext cx="1129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8C"/>
              </a:buClr>
              <a:buSzPts val="300"/>
              <a:buFont typeface="Verdana"/>
              <a:buNone/>
            </a:pPr>
            <a:r>
              <a:rPr lang="en-US" sz="1200" b="0" i="0" u="none" strike="noStrike" cap="none" dirty="0" smtClean="0">
                <a:solidFill>
                  <a:srgbClr val="90908C"/>
                </a:solidFill>
                <a:latin typeface="Verdana"/>
                <a:ea typeface="Verdana"/>
                <a:cs typeface="Verdana"/>
                <a:sym typeface="Verdana"/>
              </a:rPr>
              <a:t>AFAS</a:t>
            </a:r>
            <a:endParaRPr dirty="0"/>
          </a:p>
        </p:txBody>
      </p:sp>
      <p:sp>
        <p:nvSpPr>
          <p:cNvPr id="25" name="Shape 963"/>
          <p:cNvSpPr txBox="1"/>
          <p:nvPr/>
        </p:nvSpPr>
        <p:spPr>
          <a:xfrm>
            <a:off x="5978730" y="4593946"/>
            <a:ext cx="1244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88"/>
              </a:buClr>
              <a:buSzPts val="300"/>
              <a:buFont typeface="Verdana"/>
              <a:buNone/>
            </a:pPr>
            <a:r>
              <a:rPr lang="en-US" sz="1200" b="0" i="0" u="none" strike="noStrike" cap="none" dirty="0" smtClean="0">
                <a:solidFill>
                  <a:srgbClr val="919188"/>
                </a:solidFill>
                <a:latin typeface="Verdana"/>
                <a:ea typeface="Verdana"/>
                <a:cs typeface="Verdana"/>
                <a:sym typeface="Verdana"/>
              </a:rPr>
              <a:t>Google API’s</a:t>
            </a:r>
            <a:endParaRPr dirty="0"/>
          </a:p>
        </p:txBody>
      </p:sp>
      <p:pic>
        <p:nvPicPr>
          <p:cNvPr id="33" name="Shape 9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37360" y="4029270"/>
            <a:ext cx="532341" cy="54598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Shape 972"/>
          <p:cNvSpPr/>
          <p:nvPr/>
        </p:nvSpPr>
        <p:spPr>
          <a:xfrm>
            <a:off x="3533563" y="4064379"/>
            <a:ext cx="516300" cy="4953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8252" y="0"/>
                </a:moveTo>
                <a:cubicBezTo>
                  <a:pt x="38446" y="0"/>
                  <a:pt x="19805" y="3636"/>
                  <a:pt x="0" y="9696"/>
                </a:cubicBezTo>
                <a:cubicBezTo>
                  <a:pt x="0" y="110303"/>
                  <a:pt x="0" y="110303"/>
                  <a:pt x="0" y="110303"/>
                </a:cubicBezTo>
                <a:cubicBezTo>
                  <a:pt x="22135" y="117575"/>
                  <a:pt x="41941" y="119999"/>
                  <a:pt x="61747" y="119999"/>
                </a:cubicBezTo>
                <a:cubicBezTo>
                  <a:pt x="80388" y="119999"/>
                  <a:pt x="100194" y="117575"/>
                  <a:pt x="120000" y="110303"/>
                </a:cubicBezTo>
                <a:cubicBezTo>
                  <a:pt x="120000" y="9696"/>
                  <a:pt x="120000" y="9696"/>
                  <a:pt x="120000" y="9696"/>
                </a:cubicBezTo>
                <a:cubicBezTo>
                  <a:pt x="97864" y="3636"/>
                  <a:pt x="78058" y="0"/>
                  <a:pt x="58252" y="0"/>
                </a:cubicBezTo>
                <a:close/>
                <a:moveTo>
                  <a:pt x="114174" y="105454"/>
                </a:moveTo>
                <a:cubicBezTo>
                  <a:pt x="95533" y="111515"/>
                  <a:pt x="78058" y="113939"/>
                  <a:pt x="61747" y="113939"/>
                </a:cubicBezTo>
                <a:cubicBezTo>
                  <a:pt x="44271" y="113939"/>
                  <a:pt x="25631" y="111515"/>
                  <a:pt x="5825" y="105454"/>
                </a:cubicBezTo>
                <a:cubicBezTo>
                  <a:pt x="5825" y="84848"/>
                  <a:pt x="5825" y="84848"/>
                  <a:pt x="5825" y="84848"/>
                </a:cubicBezTo>
                <a:cubicBezTo>
                  <a:pt x="114174" y="84848"/>
                  <a:pt x="114174" y="84848"/>
                  <a:pt x="114174" y="84848"/>
                </a:cubicBezTo>
                <a:lnTo>
                  <a:pt x="114174" y="105454"/>
                </a:lnTo>
                <a:close/>
                <a:moveTo>
                  <a:pt x="114174" y="75151"/>
                </a:moveTo>
                <a:cubicBezTo>
                  <a:pt x="5825" y="75151"/>
                  <a:pt x="5825" y="75151"/>
                  <a:pt x="5825" y="75151"/>
                </a:cubicBezTo>
                <a:cubicBezTo>
                  <a:pt x="5825" y="46060"/>
                  <a:pt x="5825" y="46060"/>
                  <a:pt x="5825" y="46060"/>
                </a:cubicBezTo>
                <a:cubicBezTo>
                  <a:pt x="114174" y="46060"/>
                  <a:pt x="114174" y="46060"/>
                  <a:pt x="114174" y="46060"/>
                </a:cubicBezTo>
                <a:lnTo>
                  <a:pt x="114174" y="75151"/>
                </a:lnTo>
                <a:close/>
                <a:moveTo>
                  <a:pt x="114174" y="36363"/>
                </a:moveTo>
                <a:cubicBezTo>
                  <a:pt x="5825" y="36363"/>
                  <a:pt x="5825" y="36363"/>
                  <a:pt x="5825" y="36363"/>
                </a:cubicBezTo>
                <a:cubicBezTo>
                  <a:pt x="5825" y="14545"/>
                  <a:pt x="5825" y="14545"/>
                  <a:pt x="5825" y="14545"/>
                </a:cubicBezTo>
                <a:cubicBezTo>
                  <a:pt x="24466" y="8484"/>
                  <a:pt x="40776" y="6060"/>
                  <a:pt x="58252" y="6060"/>
                </a:cubicBezTo>
                <a:cubicBezTo>
                  <a:pt x="75728" y="6060"/>
                  <a:pt x="94368" y="8484"/>
                  <a:pt x="114174" y="14545"/>
                </a:cubicBezTo>
                <a:lnTo>
                  <a:pt x="114174" y="36363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" name="Shape 973"/>
          <p:cNvSpPr/>
          <p:nvPr/>
        </p:nvSpPr>
        <p:spPr>
          <a:xfrm>
            <a:off x="337172" y="4160507"/>
            <a:ext cx="698400" cy="4044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9428" y="32592"/>
                </a:moveTo>
                <a:cubicBezTo>
                  <a:pt x="97714" y="26666"/>
                  <a:pt x="94285" y="17777"/>
                  <a:pt x="87428" y="13333"/>
                </a:cubicBezTo>
                <a:cubicBezTo>
                  <a:pt x="86571" y="13333"/>
                  <a:pt x="83142" y="10370"/>
                  <a:pt x="78857" y="10370"/>
                </a:cubicBezTo>
                <a:cubicBezTo>
                  <a:pt x="75428" y="10370"/>
                  <a:pt x="72857" y="11851"/>
                  <a:pt x="70285" y="14814"/>
                </a:cubicBezTo>
                <a:cubicBezTo>
                  <a:pt x="67714" y="11851"/>
                  <a:pt x="64285" y="8888"/>
                  <a:pt x="59142" y="8888"/>
                </a:cubicBezTo>
                <a:cubicBezTo>
                  <a:pt x="58285" y="8888"/>
                  <a:pt x="56571" y="8888"/>
                  <a:pt x="54857" y="8888"/>
                </a:cubicBezTo>
                <a:cubicBezTo>
                  <a:pt x="51428" y="5925"/>
                  <a:pt x="46285" y="0"/>
                  <a:pt x="39428" y="0"/>
                </a:cubicBezTo>
                <a:cubicBezTo>
                  <a:pt x="35142" y="0"/>
                  <a:pt x="30857" y="1481"/>
                  <a:pt x="26571" y="5925"/>
                </a:cubicBezTo>
                <a:cubicBezTo>
                  <a:pt x="26571" y="5925"/>
                  <a:pt x="14571" y="16296"/>
                  <a:pt x="15428" y="42962"/>
                </a:cubicBezTo>
                <a:cubicBezTo>
                  <a:pt x="14571" y="42962"/>
                  <a:pt x="13714" y="44444"/>
                  <a:pt x="13714" y="45925"/>
                </a:cubicBezTo>
                <a:cubicBezTo>
                  <a:pt x="12000" y="47407"/>
                  <a:pt x="10285" y="48888"/>
                  <a:pt x="7714" y="51851"/>
                </a:cubicBezTo>
                <a:cubicBezTo>
                  <a:pt x="4285" y="56296"/>
                  <a:pt x="0" y="66666"/>
                  <a:pt x="0" y="82962"/>
                </a:cubicBezTo>
                <a:cubicBezTo>
                  <a:pt x="0" y="109629"/>
                  <a:pt x="12000" y="120000"/>
                  <a:pt x="20571" y="120000"/>
                </a:cubicBezTo>
                <a:cubicBezTo>
                  <a:pt x="93428" y="120000"/>
                  <a:pt x="93428" y="120000"/>
                  <a:pt x="93428" y="120000"/>
                </a:cubicBezTo>
                <a:cubicBezTo>
                  <a:pt x="93428" y="120000"/>
                  <a:pt x="94285" y="120000"/>
                  <a:pt x="95142" y="120000"/>
                </a:cubicBezTo>
                <a:cubicBezTo>
                  <a:pt x="108857" y="120000"/>
                  <a:pt x="120000" y="100740"/>
                  <a:pt x="120000" y="77037"/>
                </a:cubicBezTo>
                <a:cubicBezTo>
                  <a:pt x="120000" y="54814"/>
                  <a:pt x="111428" y="37037"/>
                  <a:pt x="99428" y="32592"/>
                </a:cubicBezTo>
                <a:close/>
                <a:moveTo>
                  <a:pt x="95142" y="112592"/>
                </a:moveTo>
                <a:cubicBezTo>
                  <a:pt x="94285" y="112592"/>
                  <a:pt x="94285" y="112592"/>
                  <a:pt x="93428" y="112592"/>
                </a:cubicBezTo>
                <a:cubicBezTo>
                  <a:pt x="20571" y="112592"/>
                  <a:pt x="20571" y="112592"/>
                  <a:pt x="20571" y="112592"/>
                </a:cubicBezTo>
                <a:cubicBezTo>
                  <a:pt x="16285" y="112592"/>
                  <a:pt x="4285" y="106666"/>
                  <a:pt x="4285" y="82962"/>
                </a:cubicBezTo>
                <a:cubicBezTo>
                  <a:pt x="4285" y="69629"/>
                  <a:pt x="7714" y="62222"/>
                  <a:pt x="10285" y="57777"/>
                </a:cubicBezTo>
                <a:cubicBezTo>
                  <a:pt x="12857" y="54814"/>
                  <a:pt x="14571" y="53333"/>
                  <a:pt x="15428" y="53333"/>
                </a:cubicBezTo>
                <a:cubicBezTo>
                  <a:pt x="16285" y="51851"/>
                  <a:pt x="16285" y="51851"/>
                  <a:pt x="16285" y="51851"/>
                </a:cubicBezTo>
                <a:cubicBezTo>
                  <a:pt x="17142" y="50370"/>
                  <a:pt x="17142" y="50370"/>
                  <a:pt x="17142" y="50370"/>
                </a:cubicBezTo>
                <a:cubicBezTo>
                  <a:pt x="17142" y="48888"/>
                  <a:pt x="18000" y="47407"/>
                  <a:pt x="18857" y="47407"/>
                </a:cubicBezTo>
                <a:cubicBezTo>
                  <a:pt x="19714" y="45925"/>
                  <a:pt x="19714" y="45925"/>
                  <a:pt x="19714" y="45925"/>
                </a:cubicBezTo>
                <a:cubicBezTo>
                  <a:pt x="19714" y="42962"/>
                  <a:pt x="19714" y="42962"/>
                  <a:pt x="19714" y="42962"/>
                </a:cubicBezTo>
                <a:cubicBezTo>
                  <a:pt x="18857" y="22222"/>
                  <a:pt x="28285" y="11851"/>
                  <a:pt x="29142" y="11851"/>
                </a:cubicBezTo>
                <a:cubicBezTo>
                  <a:pt x="32571" y="8888"/>
                  <a:pt x="36000" y="7407"/>
                  <a:pt x="39428" y="7407"/>
                </a:cubicBezTo>
                <a:cubicBezTo>
                  <a:pt x="45428" y="7407"/>
                  <a:pt x="49714" y="11851"/>
                  <a:pt x="52285" y="16296"/>
                </a:cubicBezTo>
                <a:cubicBezTo>
                  <a:pt x="53142" y="17777"/>
                  <a:pt x="53142" y="17777"/>
                  <a:pt x="53142" y="17777"/>
                </a:cubicBezTo>
                <a:cubicBezTo>
                  <a:pt x="54857" y="17777"/>
                  <a:pt x="54857" y="17777"/>
                  <a:pt x="54857" y="17777"/>
                </a:cubicBezTo>
                <a:cubicBezTo>
                  <a:pt x="60000" y="14814"/>
                  <a:pt x="64285" y="16296"/>
                  <a:pt x="68571" y="22222"/>
                </a:cubicBezTo>
                <a:cubicBezTo>
                  <a:pt x="69428" y="23703"/>
                  <a:pt x="69428" y="23703"/>
                  <a:pt x="69428" y="23703"/>
                </a:cubicBezTo>
                <a:cubicBezTo>
                  <a:pt x="71142" y="22222"/>
                  <a:pt x="71142" y="22222"/>
                  <a:pt x="71142" y="22222"/>
                </a:cubicBezTo>
                <a:cubicBezTo>
                  <a:pt x="72857" y="19259"/>
                  <a:pt x="76285" y="17777"/>
                  <a:pt x="78857" y="17777"/>
                </a:cubicBezTo>
                <a:cubicBezTo>
                  <a:pt x="82285" y="17777"/>
                  <a:pt x="85714" y="20740"/>
                  <a:pt x="85714" y="20740"/>
                </a:cubicBezTo>
                <a:cubicBezTo>
                  <a:pt x="90857" y="23703"/>
                  <a:pt x="94285" y="29629"/>
                  <a:pt x="95142" y="37037"/>
                </a:cubicBezTo>
                <a:cubicBezTo>
                  <a:pt x="96000" y="40000"/>
                  <a:pt x="96000" y="40000"/>
                  <a:pt x="96000" y="40000"/>
                </a:cubicBezTo>
                <a:cubicBezTo>
                  <a:pt x="97714" y="40000"/>
                  <a:pt x="97714" y="40000"/>
                  <a:pt x="97714" y="40000"/>
                </a:cubicBezTo>
                <a:cubicBezTo>
                  <a:pt x="108000" y="42962"/>
                  <a:pt x="115714" y="57777"/>
                  <a:pt x="115714" y="77037"/>
                </a:cubicBezTo>
                <a:cubicBezTo>
                  <a:pt x="115714" y="96296"/>
                  <a:pt x="106285" y="112592"/>
                  <a:pt x="95142" y="112592"/>
                </a:cubicBezTo>
                <a:close/>
                <a:moveTo>
                  <a:pt x="42857" y="71111"/>
                </a:moveTo>
                <a:cubicBezTo>
                  <a:pt x="42857" y="77037"/>
                  <a:pt x="40285" y="82962"/>
                  <a:pt x="36857" y="82962"/>
                </a:cubicBezTo>
                <a:cubicBezTo>
                  <a:pt x="33428" y="82962"/>
                  <a:pt x="30857" y="77037"/>
                  <a:pt x="30857" y="71111"/>
                </a:cubicBezTo>
                <a:cubicBezTo>
                  <a:pt x="30857" y="65185"/>
                  <a:pt x="33428" y="60740"/>
                  <a:pt x="36857" y="60740"/>
                </a:cubicBezTo>
                <a:cubicBezTo>
                  <a:pt x="40285" y="60740"/>
                  <a:pt x="42857" y="65185"/>
                  <a:pt x="42857" y="71111"/>
                </a:cubicBezTo>
                <a:close/>
                <a:moveTo>
                  <a:pt x="70285" y="71111"/>
                </a:moveTo>
                <a:cubicBezTo>
                  <a:pt x="70285" y="81481"/>
                  <a:pt x="65142" y="88888"/>
                  <a:pt x="60000" y="88888"/>
                </a:cubicBezTo>
                <a:cubicBezTo>
                  <a:pt x="54857" y="88888"/>
                  <a:pt x="49714" y="81481"/>
                  <a:pt x="49714" y="71111"/>
                </a:cubicBezTo>
                <a:cubicBezTo>
                  <a:pt x="49714" y="62222"/>
                  <a:pt x="54857" y="54814"/>
                  <a:pt x="60000" y="54814"/>
                </a:cubicBezTo>
                <a:cubicBezTo>
                  <a:pt x="65142" y="54814"/>
                  <a:pt x="70285" y="62222"/>
                  <a:pt x="70285" y="71111"/>
                </a:cubicBezTo>
                <a:close/>
                <a:moveTo>
                  <a:pt x="89142" y="71111"/>
                </a:moveTo>
                <a:cubicBezTo>
                  <a:pt x="89142" y="77037"/>
                  <a:pt x="86571" y="82962"/>
                  <a:pt x="83142" y="82962"/>
                </a:cubicBezTo>
                <a:cubicBezTo>
                  <a:pt x="79714" y="82962"/>
                  <a:pt x="77142" y="77037"/>
                  <a:pt x="77142" y="71111"/>
                </a:cubicBezTo>
                <a:cubicBezTo>
                  <a:pt x="77142" y="65185"/>
                  <a:pt x="79714" y="60740"/>
                  <a:pt x="83142" y="60740"/>
                </a:cubicBezTo>
                <a:cubicBezTo>
                  <a:pt x="86571" y="60740"/>
                  <a:pt x="89142" y="65185"/>
                  <a:pt x="89142" y="71111"/>
                </a:cubicBez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" name="Shape 975"/>
          <p:cNvSpPr/>
          <p:nvPr/>
        </p:nvSpPr>
        <p:spPr>
          <a:xfrm>
            <a:off x="6303780" y="4029139"/>
            <a:ext cx="594600" cy="546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cubicBezTo>
                  <a:pt x="0" y="120000"/>
                  <a:pt x="0" y="120000"/>
                  <a:pt x="0" y="120000"/>
                </a:cubicBezTo>
                <a:cubicBezTo>
                  <a:pt x="120000" y="120000"/>
                  <a:pt x="120000" y="120000"/>
                  <a:pt x="120000" y="120000"/>
                </a:cubicBezTo>
                <a:cubicBezTo>
                  <a:pt x="120000" y="0"/>
                  <a:pt x="120000" y="0"/>
                  <a:pt x="120000" y="0"/>
                </a:cubicBezTo>
                <a:lnTo>
                  <a:pt x="0" y="0"/>
                </a:lnTo>
                <a:close/>
                <a:moveTo>
                  <a:pt x="113949" y="114915"/>
                </a:moveTo>
                <a:cubicBezTo>
                  <a:pt x="6050" y="114915"/>
                  <a:pt x="6050" y="114915"/>
                  <a:pt x="6050" y="114915"/>
                </a:cubicBezTo>
                <a:cubicBezTo>
                  <a:pt x="6050" y="29491"/>
                  <a:pt x="6050" y="29491"/>
                  <a:pt x="6050" y="29491"/>
                </a:cubicBezTo>
                <a:cubicBezTo>
                  <a:pt x="113949" y="29491"/>
                  <a:pt x="113949" y="29491"/>
                  <a:pt x="113949" y="29491"/>
                </a:cubicBezTo>
                <a:lnTo>
                  <a:pt x="113949" y="114915"/>
                </a:lnTo>
                <a:close/>
                <a:moveTo>
                  <a:pt x="113949" y="23389"/>
                </a:moveTo>
                <a:cubicBezTo>
                  <a:pt x="6050" y="23389"/>
                  <a:pt x="6050" y="23389"/>
                  <a:pt x="6050" y="23389"/>
                </a:cubicBezTo>
                <a:cubicBezTo>
                  <a:pt x="6050" y="5084"/>
                  <a:pt x="6050" y="5084"/>
                  <a:pt x="6050" y="5084"/>
                </a:cubicBezTo>
                <a:cubicBezTo>
                  <a:pt x="113949" y="5084"/>
                  <a:pt x="113949" y="5084"/>
                  <a:pt x="113949" y="5084"/>
                </a:cubicBezTo>
                <a:lnTo>
                  <a:pt x="113949" y="23389"/>
                </a:lnTo>
                <a:close/>
                <a:moveTo>
                  <a:pt x="94789" y="72203"/>
                </a:moveTo>
                <a:cubicBezTo>
                  <a:pt x="25210" y="72203"/>
                  <a:pt x="25210" y="72203"/>
                  <a:pt x="25210" y="72203"/>
                </a:cubicBezTo>
                <a:cubicBezTo>
                  <a:pt x="25210" y="63050"/>
                  <a:pt x="25210" y="63050"/>
                  <a:pt x="25210" y="63050"/>
                </a:cubicBezTo>
                <a:cubicBezTo>
                  <a:pt x="94789" y="63050"/>
                  <a:pt x="94789" y="63050"/>
                  <a:pt x="94789" y="63050"/>
                </a:cubicBezTo>
                <a:lnTo>
                  <a:pt x="94789" y="72203"/>
                </a:lnTo>
                <a:close/>
                <a:moveTo>
                  <a:pt x="82689" y="57966"/>
                </a:moveTo>
                <a:cubicBezTo>
                  <a:pt x="37310" y="57966"/>
                  <a:pt x="37310" y="57966"/>
                  <a:pt x="37310" y="57966"/>
                </a:cubicBezTo>
                <a:cubicBezTo>
                  <a:pt x="37310" y="51864"/>
                  <a:pt x="37310" y="51864"/>
                  <a:pt x="37310" y="51864"/>
                </a:cubicBezTo>
                <a:cubicBezTo>
                  <a:pt x="82689" y="51864"/>
                  <a:pt x="82689" y="51864"/>
                  <a:pt x="82689" y="51864"/>
                </a:cubicBezTo>
                <a:lnTo>
                  <a:pt x="82689" y="57966"/>
                </a:lnTo>
                <a:close/>
                <a:moveTo>
                  <a:pt x="13109" y="15254"/>
                </a:moveTo>
                <a:cubicBezTo>
                  <a:pt x="13109" y="13220"/>
                  <a:pt x="14117" y="12203"/>
                  <a:pt x="16134" y="12203"/>
                </a:cubicBezTo>
                <a:cubicBezTo>
                  <a:pt x="18151" y="12203"/>
                  <a:pt x="19159" y="13220"/>
                  <a:pt x="19159" y="15254"/>
                </a:cubicBezTo>
                <a:cubicBezTo>
                  <a:pt x="19159" y="17288"/>
                  <a:pt x="18151" y="18305"/>
                  <a:pt x="16134" y="18305"/>
                </a:cubicBezTo>
                <a:cubicBezTo>
                  <a:pt x="14117" y="18305"/>
                  <a:pt x="13109" y="17288"/>
                  <a:pt x="13109" y="15254"/>
                </a:cubicBezTo>
                <a:close/>
                <a:moveTo>
                  <a:pt x="23193" y="15254"/>
                </a:moveTo>
                <a:cubicBezTo>
                  <a:pt x="23193" y="13220"/>
                  <a:pt x="24201" y="12203"/>
                  <a:pt x="26218" y="12203"/>
                </a:cubicBezTo>
                <a:cubicBezTo>
                  <a:pt x="28235" y="12203"/>
                  <a:pt x="29243" y="13220"/>
                  <a:pt x="29243" y="15254"/>
                </a:cubicBezTo>
                <a:cubicBezTo>
                  <a:pt x="29243" y="17288"/>
                  <a:pt x="28235" y="18305"/>
                  <a:pt x="26218" y="18305"/>
                </a:cubicBezTo>
                <a:cubicBezTo>
                  <a:pt x="24201" y="18305"/>
                  <a:pt x="23193" y="17288"/>
                  <a:pt x="23193" y="15254"/>
                </a:cubicBezTo>
                <a:close/>
                <a:moveTo>
                  <a:pt x="33277" y="15254"/>
                </a:moveTo>
                <a:cubicBezTo>
                  <a:pt x="33277" y="13220"/>
                  <a:pt x="34285" y="12203"/>
                  <a:pt x="36302" y="12203"/>
                </a:cubicBezTo>
                <a:cubicBezTo>
                  <a:pt x="38319" y="12203"/>
                  <a:pt x="39327" y="13220"/>
                  <a:pt x="39327" y="15254"/>
                </a:cubicBezTo>
                <a:cubicBezTo>
                  <a:pt x="39327" y="17288"/>
                  <a:pt x="38319" y="18305"/>
                  <a:pt x="36302" y="18305"/>
                </a:cubicBezTo>
                <a:cubicBezTo>
                  <a:pt x="34285" y="18305"/>
                  <a:pt x="33277" y="17288"/>
                  <a:pt x="33277" y="15254"/>
                </a:cubicBez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077" name="Group 1076"/>
          <p:cNvGrpSpPr/>
          <p:nvPr/>
        </p:nvGrpSpPr>
        <p:grpSpPr>
          <a:xfrm>
            <a:off x="7756268" y="4023450"/>
            <a:ext cx="624304" cy="551644"/>
            <a:chOff x="7749721" y="4291903"/>
            <a:chExt cx="624304" cy="551644"/>
          </a:xfrm>
        </p:grpSpPr>
        <p:sp>
          <p:nvSpPr>
            <p:cNvPr id="186" name="Shape 977"/>
            <p:cNvSpPr/>
            <p:nvPr/>
          </p:nvSpPr>
          <p:spPr>
            <a:xfrm>
              <a:off x="7839250" y="4376946"/>
              <a:ext cx="237286" cy="27657"/>
            </a:xfrm>
            <a:prstGeom prst="rect">
              <a:avLst/>
            </a:pr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Shape 978"/>
            <p:cNvSpPr/>
            <p:nvPr/>
          </p:nvSpPr>
          <p:spPr>
            <a:xfrm>
              <a:off x="8257797" y="4371012"/>
              <a:ext cx="42720" cy="37748"/>
            </a:xfrm>
            <a:prstGeom prst="ellipse">
              <a:avLst/>
            </a:pr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Shape 979"/>
            <p:cNvSpPr/>
            <p:nvPr/>
          </p:nvSpPr>
          <p:spPr>
            <a:xfrm>
              <a:off x="7749721" y="4291903"/>
              <a:ext cx="624304" cy="55164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  <a:lnTo>
                    <a:pt x="120000" y="0"/>
                  </a:lnTo>
                  <a:lnTo>
                    <a:pt x="0" y="0"/>
                  </a:lnTo>
                  <a:close/>
                  <a:moveTo>
                    <a:pt x="114838" y="5161"/>
                  </a:moveTo>
                  <a:lnTo>
                    <a:pt x="114838" y="36559"/>
                  </a:lnTo>
                  <a:lnTo>
                    <a:pt x="4731" y="36559"/>
                  </a:lnTo>
                  <a:lnTo>
                    <a:pt x="4731" y="5161"/>
                  </a:lnTo>
                  <a:lnTo>
                    <a:pt x="114838" y="5161"/>
                  </a:lnTo>
                  <a:close/>
                  <a:moveTo>
                    <a:pt x="4731" y="114838"/>
                  </a:moveTo>
                  <a:lnTo>
                    <a:pt x="4731" y="42580"/>
                  </a:lnTo>
                  <a:lnTo>
                    <a:pt x="114838" y="42580"/>
                  </a:lnTo>
                  <a:lnTo>
                    <a:pt x="114838" y="114838"/>
                  </a:lnTo>
                  <a:lnTo>
                    <a:pt x="4731" y="114838"/>
                  </a:ln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Shape 980"/>
            <p:cNvSpPr/>
            <p:nvPr/>
          </p:nvSpPr>
          <p:spPr>
            <a:xfrm>
              <a:off x="7886253" y="4562851"/>
              <a:ext cx="380673" cy="1681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cubicBezTo>
                    <a:pt x="0" y="120000"/>
                    <a:pt x="0" y="120000"/>
                    <a:pt x="0" y="120000"/>
                  </a:cubicBezTo>
                  <a:cubicBezTo>
                    <a:pt x="61666" y="120000"/>
                    <a:pt x="61666" y="120000"/>
                    <a:pt x="61666" y="120000"/>
                  </a:cubicBezTo>
                  <a:cubicBezTo>
                    <a:pt x="120000" y="0"/>
                    <a:pt x="120000" y="0"/>
                    <a:pt x="120000" y="0"/>
                  </a:cubicBezTo>
                  <a:lnTo>
                    <a:pt x="0" y="0"/>
                  </a:lnTo>
                  <a:close/>
                  <a:moveTo>
                    <a:pt x="73333" y="73333"/>
                  </a:moveTo>
                  <a:cubicBezTo>
                    <a:pt x="70000" y="73333"/>
                    <a:pt x="70000" y="73333"/>
                    <a:pt x="70000" y="73333"/>
                  </a:cubicBezTo>
                  <a:cubicBezTo>
                    <a:pt x="70000" y="96666"/>
                    <a:pt x="70000" y="96666"/>
                    <a:pt x="70000" y="96666"/>
                  </a:cubicBezTo>
                  <a:cubicBezTo>
                    <a:pt x="51666" y="96666"/>
                    <a:pt x="51666" y="96666"/>
                    <a:pt x="51666" y="96666"/>
                  </a:cubicBezTo>
                  <a:cubicBezTo>
                    <a:pt x="50000" y="86666"/>
                    <a:pt x="50000" y="86666"/>
                    <a:pt x="50000" y="86666"/>
                  </a:cubicBezTo>
                  <a:cubicBezTo>
                    <a:pt x="48333" y="86666"/>
                    <a:pt x="46666" y="86666"/>
                    <a:pt x="45000" y="86666"/>
                  </a:cubicBezTo>
                  <a:cubicBezTo>
                    <a:pt x="41666" y="86666"/>
                    <a:pt x="40000" y="86666"/>
                    <a:pt x="38333" y="86666"/>
                  </a:cubicBezTo>
                  <a:cubicBezTo>
                    <a:pt x="36666" y="96666"/>
                    <a:pt x="36666" y="96666"/>
                    <a:pt x="36666" y="96666"/>
                  </a:cubicBezTo>
                  <a:cubicBezTo>
                    <a:pt x="25000" y="96666"/>
                    <a:pt x="25000" y="96666"/>
                    <a:pt x="25000" y="96666"/>
                  </a:cubicBezTo>
                  <a:cubicBezTo>
                    <a:pt x="26666" y="90000"/>
                    <a:pt x="26666" y="90000"/>
                    <a:pt x="26666" y="90000"/>
                  </a:cubicBezTo>
                  <a:cubicBezTo>
                    <a:pt x="26666" y="90000"/>
                    <a:pt x="26666" y="90000"/>
                    <a:pt x="26666" y="93333"/>
                  </a:cubicBezTo>
                  <a:cubicBezTo>
                    <a:pt x="23333" y="96666"/>
                    <a:pt x="20000" y="100000"/>
                    <a:pt x="16666" y="100000"/>
                  </a:cubicBezTo>
                  <a:cubicBezTo>
                    <a:pt x="15000" y="100000"/>
                    <a:pt x="15000" y="100000"/>
                    <a:pt x="15000" y="100000"/>
                  </a:cubicBezTo>
                  <a:cubicBezTo>
                    <a:pt x="10000" y="100000"/>
                    <a:pt x="5000" y="96666"/>
                    <a:pt x="1666" y="90000"/>
                  </a:cubicBezTo>
                  <a:cubicBezTo>
                    <a:pt x="5000" y="76666"/>
                    <a:pt x="5000" y="76666"/>
                    <a:pt x="5000" y="76666"/>
                  </a:cubicBezTo>
                  <a:cubicBezTo>
                    <a:pt x="10000" y="80000"/>
                    <a:pt x="11666" y="83333"/>
                    <a:pt x="15000" y="83333"/>
                  </a:cubicBezTo>
                  <a:cubicBezTo>
                    <a:pt x="16666" y="83333"/>
                    <a:pt x="18333" y="83333"/>
                    <a:pt x="18333" y="80000"/>
                  </a:cubicBezTo>
                  <a:cubicBezTo>
                    <a:pt x="20000" y="80000"/>
                    <a:pt x="20000" y="76666"/>
                    <a:pt x="20000" y="76666"/>
                  </a:cubicBezTo>
                  <a:cubicBezTo>
                    <a:pt x="20000" y="73333"/>
                    <a:pt x="16666" y="70000"/>
                    <a:pt x="13333" y="70000"/>
                  </a:cubicBezTo>
                  <a:cubicBezTo>
                    <a:pt x="11666" y="66666"/>
                    <a:pt x="8333" y="63333"/>
                    <a:pt x="6666" y="60000"/>
                  </a:cubicBezTo>
                  <a:cubicBezTo>
                    <a:pt x="3333" y="56666"/>
                    <a:pt x="1666" y="53333"/>
                    <a:pt x="1666" y="43333"/>
                  </a:cubicBezTo>
                  <a:cubicBezTo>
                    <a:pt x="1666" y="40000"/>
                    <a:pt x="3333" y="33333"/>
                    <a:pt x="5000" y="30000"/>
                  </a:cubicBezTo>
                  <a:cubicBezTo>
                    <a:pt x="6666" y="26666"/>
                    <a:pt x="11666" y="23333"/>
                    <a:pt x="16666" y="23333"/>
                  </a:cubicBezTo>
                  <a:cubicBezTo>
                    <a:pt x="16666" y="23333"/>
                    <a:pt x="16666" y="23333"/>
                    <a:pt x="16666" y="23333"/>
                  </a:cubicBezTo>
                  <a:cubicBezTo>
                    <a:pt x="21666" y="23333"/>
                    <a:pt x="26666" y="23333"/>
                    <a:pt x="30000" y="30000"/>
                  </a:cubicBezTo>
                  <a:cubicBezTo>
                    <a:pt x="26666" y="43333"/>
                    <a:pt x="26666" y="43333"/>
                    <a:pt x="26666" y="43333"/>
                  </a:cubicBezTo>
                  <a:cubicBezTo>
                    <a:pt x="21666" y="40000"/>
                    <a:pt x="20000" y="40000"/>
                    <a:pt x="16666" y="36666"/>
                  </a:cubicBezTo>
                  <a:cubicBezTo>
                    <a:pt x="13333" y="36666"/>
                    <a:pt x="11666" y="40000"/>
                    <a:pt x="11666" y="43333"/>
                  </a:cubicBezTo>
                  <a:cubicBezTo>
                    <a:pt x="11666" y="46666"/>
                    <a:pt x="15000" y="50000"/>
                    <a:pt x="18333" y="50000"/>
                  </a:cubicBezTo>
                  <a:cubicBezTo>
                    <a:pt x="23333" y="53333"/>
                    <a:pt x="30000" y="60000"/>
                    <a:pt x="30000" y="70000"/>
                  </a:cubicBezTo>
                  <a:cubicBezTo>
                    <a:pt x="40000" y="23333"/>
                    <a:pt x="40000" y="23333"/>
                    <a:pt x="40000" y="23333"/>
                  </a:cubicBezTo>
                  <a:cubicBezTo>
                    <a:pt x="50000" y="23333"/>
                    <a:pt x="50000" y="23333"/>
                    <a:pt x="50000" y="23333"/>
                  </a:cubicBezTo>
                  <a:cubicBezTo>
                    <a:pt x="60000" y="80000"/>
                    <a:pt x="60000" y="80000"/>
                    <a:pt x="60000" y="80000"/>
                  </a:cubicBezTo>
                  <a:cubicBezTo>
                    <a:pt x="60000" y="23333"/>
                    <a:pt x="60000" y="23333"/>
                    <a:pt x="60000" y="23333"/>
                  </a:cubicBezTo>
                  <a:cubicBezTo>
                    <a:pt x="71666" y="23333"/>
                    <a:pt x="71666" y="23333"/>
                    <a:pt x="71666" y="23333"/>
                  </a:cubicBezTo>
                  <a:cubicBezTo>
                    <a:pt x="83333" y="23333"/>
                    <a:pt x="88333" y="30000"/>
                    <a:pt x="88333" y="50000"/>
                  </a:cubicBezTo>
                  <a:cubicBezTo>
                    <a:pt x="88333" y="66666"/>
                    <a:pt x="83333" y="73333"/>
                    <a:pt x="73333" y="73333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Shape 981"/>
            <p:cNvSpPr/>
            <p:nvPr/>
          </p:nvSpPr>
          <p:spPr>
            <a:xfrm>
              <a:off x="8013831" y="4628116"/>
              <a:ext cx="26647" cy="377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0"/>
                  </a:moveTo>
                  <a:cubicBezTo>
                    <a:pt x="0" y="105000"/>
                    <a:pt x="0" y="105000"/>
                    <a:pt x="0" y="105000"/>
                  </a:cubicBezTo>
                  <a:cubicBezTo>
                    <a:pt x="24000" y="105000"/>
                    <a:pt x="48000" y="120000"/>
                    <a:pt x="72000" y="120000"/>
                  </a:cubicBezTo>
                  <a:cubicBezTo>
                    <a:pt x="72000" y="120000"/>
                    <a:pt x="96000" y="105000"/>
                    <a:pt x="120000" y="105000"/>
                  </a:cubicBezTo>
                  <a:cubicBezTo>
                    <a:pt x="72000" y="0"/>
                    <a:pt x="72000" y="0"/>
                    <a:pt x="72000" y="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Shape 982"/>
            <p:cNvSpPr/>
            <p:nvPr/>
          </p:nvSpPr>
          <p:spPr>
            <a:xfrm>
              <a:off x="8107836" y="4620205"/>
              <a:ext cx="26647" cy="2167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400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0000"/>
                    <a:pt x="0" y="120000"/>
                    <a:pt x="0" y="120000"/>
                  </a:cubicBezTo>
                  <a:cubicBezTo>
                    <a:pt x="24000" y="120000"/>
                    <a:pt x="24000" y="120000"/>
                    <a:pt x="24000" y="120000"/>
                  </a:cubicBezTo>
                  <a:cubicBezTo>
                    <a:pt x="96000" y="120000"/>
                    <a:pt x="120000" y="120000"/>
                    <a:pt x="120000" y="72000"/>
                  </a:cubicBezTo>
                  <a:cubicBezTo>
                    <a:pt x="120000" y="0"/>
                    <a:pt x="96000" y="0"/>
                    <a:pt x="24000" y="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Shape 983"/>
            <p:cNvSpPr/>
            <p:nvPr/>
          </p:nvSpPr>
          <p:spPr>
            <a:xfrm>
              <a:off x="8123504" y="4709203"/>
              <a:ext cx="26647" cy="2167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000" y="0"/>
                  </a:moveTo>
                  <a:cubicBezTo>
                    <a:pt x="24000" y="0"/>
                    <a:pt x="0" y="24000"/>
                    <a:pt x="0" y="72000"/>
                  </a:cubicBezTo>
                  <a:cubicBezTo>
                    <a:pt x="0" y="96000"/>
                    <a:pt x="24000" y="120000"/>
                    <a:pt x="48000" y="120000"/>
                  </a:cubicBezTo>
                  <a:cubicBezTo>
                    <a:pt x="96000" y="120000"/>
                    <a:pt x="120000" y="96000"/>
                    <a:pt x="120000" y="72000"/>
                  </a:cubicBezTo>
                  <a:cubicBezTo>
                    <a:pt x="120000" y="24000"/>
                    <a:pt x="96000" y="0"/>
                    <a:pt x="48000" y="0"/>
                  </a:cubicBezTo>
                  <a:close/>
                  <a:moveTo>
                    <a:pt x="48000" y="120000"/>
                  </a:moveTo>
                  <a:cubicBezTo>
                    <a:pt x="24000" y="120000"/>
                    <a:pt x="0" y="96000"/>
                    <a:pt x="0" y="72000"/>
                  </a:cubicBezTo>
                  <a:cubicBezTo>
                    <a:pt x="0" y="48000"/>
                    <a:pt x="24000" y="24000"/>
                    <a:pt x="48000" y="24000"/>
                  </a:cubicBezTo>
                  <a:cubicBezTo>
                    <a:pt x="72000" y="24000"/>
                    <a:pt x="96000" y="48000"/>
                    <a:pt x="96000" y="72000"/>
                  </a:cubicBezTo>
                  <a:cubicBezTo>
                    <a:pt x="96000" y="96000"/>
                    <a:pt x="72000" y="120000"/>
                    <a:pt x="48000" y="12000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Shape 984"/>
            <p:cNvSpPr/>
            <p:nvPr/>
          </p:nvSpPr>
          <p:spPr>
            <a:xfrm>
              <a:off x="8130218" y="4713158"/>
              <a:ext cx="10997" cy="138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40000"/>
                  </a:moveTo>
                  <a:cubicBezTo>
                    <a:pt x="120000" y="40000"/>
                    <a:pt x="120000" y="0"/>
                    <a:pt x="6000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0000"/>
                    <a:pt x="0" y="120000"/>
                    <a:pt x="0" y="120000"/>
                  </a:cubicBezTo>
                  <a:cubicBezTo>
                    <a:pt x="60000" y="120000"/>
                    <a:pt x="60000" y="120000"/>
                    <a:pt x="60000" y="120000"/>
                  </a:cubicBezTo>
                  <a:cubicBezTo>
                    <a:pt x="60000" y="80000"/>
                    <a:pt x="60000" y="80000"/>
                    <a:pt x="60000" y="80000"/>
                  </a:cubicBezTo>
                  <a:cubicBezTo>
                    <a:pt x="60000" y="80000"/>
                    <a:pt x="60000" y="80000"/>
                    <a:pt x="60000" y="80000"/>
                  </a:cubicBezTo>
                  <a:cubicBezTo>
                    <a:pt x="120000" y="120000"/>
                    <a:pt x="120000" y="120000"/>
                    <a:pt x="120000" y="120000"/>
                  </a:cubicBezTo>
                  <a:cubicBezTo>
                    <a:pt x="120000" y="120000"/>
                    <a:pt x="120000" y="120000"/>
                    <a:pt x="120000" y="120000"/>
                  </a:cubicBezTo>
                  <a:cubicBezTo>
                    <a:pt x="120000" y="80000"/>
                    <a:pt x="120000" y="80000"/>
                    <a:pt x="120000" y="80000"/>
                  </a:cubicBezTo>
                  <a:cubicBezTo>
                    <a:pt x="120000" y="80000"/>
                    <a:pt x="120000" y="80000"/>
                    <a:pt x="120000" y="40000"/>
                  </a:cubicBezTo>
                  <a:close/>
                  <a:moveTo>
                    <a:pt x="60000" y="80000"/>
                  </a:moveTo>
                  <a:cubicBezTo>
                    <a:pt x="60000" y="40000"/>
                    <a:pt x="60000" y="40000"/>
                    <a:pt x="60000" y="40000"/>
                  </a:cubicBezTo>
                  <a:cubicBezTo>
                    <a:pt x="60000" y="40000"/>
                    <a:pt x="60000" y="40000"/>
                    <a:pt x="60000" y="40000"/>
                  </a:cubicBezTo>
                  <a:cubicBezTo>
                    <a:pt x="120000" y="40000"/>
                    <a:pt x="120000" y="40000"/>
                    <a:pt x="120000" y="40000"/>
                  </a:cubicBezTo>
                  <a:cubicBezTo>
                    <a:pt x="120000" y="80000"/>
                    <a:pt x="120000" y="80000"/>
                    <a:pt x="60000" y="8000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6" name="Group 1075"/>
          <p:cNvGrpSpPr/>
          <p:nvPr/>
        </p:nvGrpSpPr>
        <p:grpSpPr>
          <a:xfrm>
            <a:off x="4911681" y="4029270"/>
            <a:ext cx="592022" cy="559810"/>
            <a:chOff x="4905134" y="4297723"/>
            <a:chExt cx="592022" cy="559810"/>
          </a:xfrm>
        </p:grpSpPr>
        <p:sp>
          <p:nvSpPr>
            <p:cNvPr id="181" name="Shape 986"/>
            <p:cNvSpPr/>
            <p:nvPr/>
          </p:nvSpPr>
          <p:spPr>
            <a:xfrm>
              <a:off x="5009135" y="4401315"/>
              <a:ext cx="165654" cy="155482"/>
            </a:xfrm>
            <a:prstGeom prst="rect">
              <a:avLst/>
            </a:pr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Shape 987"/>
            <p:cNvSpPr/>
            <p:nvPr/>
          </p:nvSpPr>
          <p:spPr>
            <a:xfrm>
              <a:off x="5225628" y="4401315"/>
              <a:ext cx="165654" cy="155482"/>
            </a:xfrm>
            <a:prstGeom prst="rect">
              <a:avLst/>
            </a:pr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Shape 988"/>
            <p:cNvSpPr/>
            <p:nvPr/>
          </p:nvSpPr>
          <p:spPr>
            <a:xfrm>
              <a:off x="5009135" y="4598537"/>
              <a:ext cx="165654" cy="155482"/>
            </a:xfrm>
            <a:prstGeom prst="rect">
              <a:avLst/>
            </a:pr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Shape 989"/>
            <p:cNvSpPr/>
            <p:nvPr/>
          </p:nvSpPr>
          <p:spPr>
            <a:xfrm>
              <a:off x="5225628" y="4598537"/>
              <a:ext cx="165654" cy="155482"/>
            </a:xfrm>
            <a:prstGeom prst="rect">
              <a:avLst/>
            </a:pr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Shape 990"/>
            <p:cNvSpPr/>
            <p:nvPr/>
          </p:nvSpPr>
          <p:spPr>
            <a:xfrm>
              <a:off x="4905134" y="4297723"/>
              <a:ext cx="592022" cy="55981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  <a:lnTo>
                    <a:pt x="120000" y="0"/>
                  </a:lnTo>
                  <a:lnTo>
                    <a:pt x="0" y="0"/>
                  </a:lnTo>
                  <a:close/>
                  <a:moveTo>
                    <a:pt x="114838" y="115302"/>
                  </a:moveTo>
                  <a:lnTo>
                    <a:pt x="4731" y="115302"/>
                  </a:lnTo>
                  <a:lnTo>
                    <a:pt x="4731" y="5978"/>
                  </a:lnTo>
                  <a:lnTo>
                    <a:pt x="114838" y="5978"/>
                  </a:lnTo>
                  <a:lnTo>
                    <a:pt x="114838" y="115302"/>
                  </a:ln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Shape 992"/>
          <p:cNvGrpSpPr/>
          <p:nvPr/>
        </p:nvGrpSpPr>
        <p:grpSpPr>
          <a:xfrm>
            <a:off x="3138480" y="1368279"/>
            <a:ext cx="212700" cy="207912"/>
            <a:chOff x="8947150" y="1677988"/>
            <a:chExt cx="212700" cy="207912"/>
          </a:xfrm>
        </p:grpSpPr>
        <p:sp>
          <p:nvSpPr>
            <p:cNvPr id="179" name="Shape 993"/>
            <p:cNvSpPr/>
            <p:nvPr/>
          </p:nvSpPr>
          <p:spPr>
            <a:xfrm>
              <a:off x="8980488" y="1677988"/>
              <a:ext cx="146100" cy="840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92" y="0"/>
                  </a:moveTo>
                  <a:cubicBezTo>
                    <a:pt x="113846" y="0"/>
                    <a:pt x="120000" y="10909"/>
                    <a:pt x="120000" y="27272"/>
                  </a:cubicBezTo>
                  <a:cubicBezTo>
                    <a:pt x="120000" y="81818"/>
                    <a:pt x="120000" y="81818"/>
                    <a:pt x="120000" y="81818"/>
                  </a:cubicBezTo>
                  <a:cubicBezTo>
                    <a:pt x="120000" y="92727"/>
                    <a:pt x="116923" y="103636"/>
                    <a:pt x="110769" y="103636"/>
                  </a:cubicBezTo>
                  <a:cubicBezTo>
                    <a:pt x="76923" y="120000"/>
                    <a:pt x="46153" y="120000"/>
                    <a:pt x="12307" y="103636"/>
                  </a:cubicBezTo>
                  <a:cubicBezTo>
                    <a:pt x="6153" y="103636"/>
                    <a:pt x="0" y="92727"/>
                    <a:pt x="0" y="81818"/>
                  </a:cubicBezTo>
                  <a:cubicBezTo>
                    <a:pt x="0" y="27272"/>
                    <a:pt x="0" y="27272"/>
                    <a:pt x="0" y="27272"/>
                  </a:cubicBezTo>
                  <a:cubicBezTo>
                    <a:pt x="0" y="10909"/>
                    <a:pt x="6153" y="0"/>
                    <a:pt x="15384" y="0"/>
                  </a:cubicBezTo>
                  <a:lnTo>
                    <a:pt x="107692" y="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Shape 994"/>
            <p:cNvSpPr/>
            <p:nvPr/>
          </p:nvSpPr>
          <p:spPr>
            <a:xfrm>
              <a:off x="8947150" y="1765300"/>
              <a:ext cx="212700" cy="1206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21" y="120000"/>
                  </a:moveTo>
                  <a:cubicBezTo>
                    <a:pt x="18947" y="120000"/>
                    <a:pt x="18947" y="120000"/>
                    <a:pt x="18947" y="120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44210" y="33750"/>
                    <a:pt x="77894" y="33750"/>
                    <a:pt x="109473" y="15000"/>
                  </a:cubicBezTo>
                  <a:cubicBezTo>
                    <a:pt x="109473" y="18750"/>
                    <a:pt x="109473" y="18750"/>
                    <a:pt x="109473" y="18750"/>
                  </a:cubicBezTo>
                  <a:cubicBezTo>
                    <a:pt x="103157" y="120000"/>
                    <a:pt x="103157" y="120000"/>
                    <a:pt x="103157" y="120000"/>
                  </a:cubicBezTo>
                  <a:cubicBezTo>
                    <a:pt x="111578" y="120000"/>
                    <a:pt x="111578" y="120000"/>
                    <a:pt x="111578" y="120000"/>
                  </a:cubicBezTo>
                  <a:cubicBezTo>
                    <a:pt x="119999" y="18750"/>
                    <a:pt x="119999" y="18750"/>
                    <a:pt x="119999" y="18750"/>
                  </a:cubicBezTo>
                  <a:cubicBezTo>
                    <a:pt x="119999" y="15000"/>
                    <a:pt x="119999" y="11250"/>
                    <a:pt x="117894" y="7500"/>
                  </a:cubicBezTo>
                  <a:cubicBezTo>
                    <a:pt x="113684" y="0"/>
                    <a:pt x="109473" y="0"/>
                    <a:pt x="107368" y="0"/>
                  </a:cubicBezTo>
                  <a:cubicBezTo>
                    <a:pt x="75789" y="18750"/>
                    <a:pt x="44210" y="18750"/>
                    <a:pt x="14736" y="0"/>
                  </a:cubicBezTo>
                  <a:cubicBezTo>
                    <a:pt x="10526" y="0"/>
                    <a:pt x="6315" y="0"/>
                    <a:pt x="4210" y="7500"/>
                  </a:cubicBezTo>
                  <a:cubicBezTo>
                    <a:pt x="2105" y="11250"/>
                    <a:pt x="0" y="15000"/>
                    <a:pt x="2105" y="18750"/>
                  </a:cubicBezTo>
                  <a:lnTo>
                    <a:pt x="8421" y="12000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8" name="Shape 995"/>
          <p:cNvCxnSpPr/>
          <p:nvPr/>
        </p:nvCxnSpPr>
        <p:spPr>
          <a:xfrm>
            <a:off x="3241492" y="1260639"/>
            <a:ext cx="0" cy="1371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1" name="Shape 996"/>
          <p:cNvCxnSpPr/>
          <p:nvPr/>
        </p:nvCxnSpPr>
        <p:spPr>
          <a:xfrm>
            <a:off x="684306" y="3817877"/>
            <a:ext cx="0" cy="3777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2" name="Shape 997"/>
          <p:cNvCxnSpPr/>
          <p:nvPr/>
        </p:nvCxnSpPr>
        <p:spPr>
          <a:xfrm>
            <a:off x="2394566" y="3651457"/>
            <a:ext cx="0" cy="3777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3" name="Shape 998"/>
          <p:cNvCxnSpPr/>
          <p:nvPr/>
        </p:nvCxnSpPr>
        <p:spPr>
          <a:xfrm>
            <a:off x="3790648" y="3887010"/>
            <a:ext cx="0" cy="19167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4" name="Shape 999"/>
          <p:cNvCxnSpPr/>
          <p:nvPr/>
        </p:nvCxnSpPr>
        <p:spPr>
          <a:xfrm>
            <a:off x="5187687" y="3854248"/>
            <a:ext cx="0" cy="162943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5" name="Shape 1000"/>
          <p:cNvCxnSpPr/>
          <p:nvPr/>
        </p:nvCxnSpPr>
        <p:spPr>
          <a:xfrm>
            <a:off x="6601094" y="3654464"/>
            <a:ext cx="0" cy="3777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6" name="Shape 1001"/>
          <p:cNvCxnSpPr/>
          <p:nvPr/>
        </p:nvCxnSpPr>
        <p:spPr>
          <a:xfrm>
            <a:off x="8068569" y="3648830"/>
            <a:ext cx="0" cy="3777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175" name="Shape 1004"/>
          <p:cNvSpPr/>
          <p:nvPr/>
        </p:nvSpPr>
        <p:spPr>
          <a:xfrm>
            <a:off x="4457264" y="1368279"/>
            <a:ext cx="146100" cy="84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692" y="0"/>
                </a:moveTo>
                <a:cubicBezTo>
                  <a:pt x="113846" y="0"/>
                  <a:pt x="120000" y="10909"/>
                  <a:pt x="120000" y="27272"/>
                </a:cubicBezTo>
                <a:cubicBezTo>
                  <a:pt x="120000" y="81818"/>
                  <a:pt x="120000" y="81818"/>
                  <a:pt x="120000" y="81818"/>
                </a:cubicBezTo>
                <a:cubicBezTo>
                  <a:pt x="120000" y="92727"/>
                  <a:pt x="116923" y="103636"/>
                  <a:pt x="110769" y="103636"/>
                </a:cubicBezTo>
                <a:cubicBezTo>
                  <a:pt x="76923" y="120000"/>
                  <a:pt x="46153" y="120000"/>
                  <a:pt x="12307" y="103636"/>
                </a:cubicBezTo>
                <a:cubicBezTo>
                  <a:pt x="6153" y="103636"/>
                  <a:pt x="0" y="92727"/>
                  <a:pt x="0" y="81818"/>
                </a:cubicBezTo>
                <a:cubicBezTo>
                  <a:pt x="0" y="27272"/>
                  <a:pt x="0" y="27272"/>
                  <a:pt x="0" y="27272"/>
                </a:cubicBezTo>
                <a:cubicBezTo>
                  <a:pt x="0" y="10909"/>
                  <a:pt x="6153" y="0"/>
                  <a:pt x="15384" y="0"/>
                </a:cubicBezTo>
                <a:lnTo>
                  <a:pt x="107692" y="0"/>
                </a:lnTo>
                <a:close/>
              </a:path>
            </a:pathLst>
          </a:custGeom>
          <a:solidFill>
            <a:srgbClr val="3230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Shape 1005"/>
          <p:cNvSpPr/>
          <p:nvPr/>
        </p:nvSpPr>
        <p:spPr>
          <a:xfrm>
            <a:off x="4423926" y="1455591"/>
            <a:ext cx="212700" cy="120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421" y="120000"/>
                </a:moveTo>
                <a:cubicBezTo>
                  <a:pt x="18947" y="120000"/>
                  <a:pt x="18947" y="120000"/>
                  <a:pt x="18947" y="120000"/>
                </a:cubicBezTo>
                <a:cubicBezTo>
                  <a:pt x="10526" y="15000"/>
                  <a:pt x="10526" y="15000"/>
                  <a:pt x="10526" y="15000"/>
                </a:cubicBezTo>
                <a:cubicBezTo>
                  <a:pt x="10526" y="15000"/>
                  <a:pt x="10526" y="15000"/>
                  <a:pt x="10526" y="15000"/>
                </a:cubicBezTo>
                <a:cubicBezTo>
                  <a:pt x="44210" y="33750"/>
                  <a:pt x="77894" y="33750"/>
                  <a:pt x="109473" y="15000"/>
                </a:cubicBezTo>
                <a:cubicBezTo>
                  <a:pt x="109473" y="18750"/>
                  <a:pt x="109473" y="18750"/>
                  <a:pt x="109473" y="18750"/>
                </a:cubicBezTo>
                <a:cubicBezTo>
                  <a:pt x="103157" y="120000"/>
                  <a:pt x="103157" y="120000"/>
                  <a:pt x="103157" y="120000"/>
                </a:cubicBezTo>
                <a:cubicBezTo>
                  <a:pt x="111578" y="120000"/>
                  <a:pt x="111578" y="120000"/>
                  <a:pt x="111578" y="120000"/>
                </a:cubicBezTo>
                <a:cubicBezTo>
                  <a:pt x="119999" y="18750"/>
                  <a:pt x="119999" y="18750"/>
                  <a:pt x="119999" y="18750"/>
                </a:cubicBezTo>
                <a:cubicBezTo>
                  <a:pt x="119999" y="15000"/>
                  <a:pt x="119999" y="11250"/>
                  <a:pt x="117894" y="7500"/>
                </a:cubicBezTo>
                <a:cubicBezTo>
                  <a:pt x="113684" y="0"/>
                  <a:pt x="109473" y="0"/>
                  <a:pt x="107368" y="0"/>
                </a:cubicBezTo>
                <a:cubicBezTo>
                  <a:pt x="75789" y="18750"/>
                  <a:pt x="44210" y="18750"/>
                  <a:pt x="14736" y="0"/>
                </a:cubicBezTo>
                <a:cubicBezTo>
                  <a:pt x="10526" y="0"/>
                  <a:pt x="6315" y="0"/>
                  <a:pt x="4210" y="7500"/>
                </a:cubicBezTo>
                <a:cubicBezTo>
                  <a:pt x="2105" y="11250"/>
                  <a:pt x="0" y="15000"/>
                  <a:pt x="2105" y="18750"/>
                </a:cubicBezTo>
                <a:lnTo>
                  <a:pt x="8421" y="120000"/>
                </a:lnTo>
                <a:close/>
              </a:path>
            </a:pathLst>
          </a:custGeom>
          <a:solidFill>
            <a:srgbClr val="3230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Shape 1006"/>
          <p:cNvCxnSpPr/>
          <p:nvPr/>
        </p:nvCxnSpPr>
        <p:spPr>
          <a:xfrm>
            <a:off x="4531553" y="1244570"/>
            <a:ext cx="0" cy="1278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grpSp>
        <p:nvGrpSpPr>
          <p:cNvPr id="171" name="Shape 1008"/>
          <p:cNvGrpSpPr/>
          <p:nvPr/>
        </p:nvGrpSpPr>
        <p:grpSpPr>
          <a:xfrm>
            <a:off x="5687777" y="1368279"/>
            <a:ext cx="212700" cy="207912"/>
            <a:chOff x="8947150" y="1677988"/>
            <a:chExt cx="212700" cy="207912"/>
          </a:xfrm>
        </p:grpSpPr>
        <p:sp>
          <p:nvSpPr>
            <p:cNvPr id="173" name="Shape 1009"/>
            <p:cNvSpPr/>
            <p:nvPr/>
          </p:nvSpPr>
          <p:spPr>
            <a:xfrm>
              <a:off x="8980488" y="1677988"/>
              <a:ext cx="146100" cy="840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92" y="0"/>
                  </a:moveTo>
                  <a:cubicBezTo>
                    <a:pt x="113846" y="0"/>
                    <a:pt x="120000" y="10909"/>
                    <a:pt x="120000" y="27272"/>
                  </a:cubicBezTo>
                  <a:cubicBezTo>
                    <a:pt x="120000" y="81818"/>
                    <a:pt x="120000" y="81818"/>
                    <a:pt x="120000" y="81818"/>
                  </a:cubicBezTo>
                  <a:cubicBezTo>
                    <a:pt x="120000" y="92727"/>
                    <a:pt x="116923" y="103636"/>
                    <a:pt x="110769" y="103636"/>
                  </a:cubicBezTo>
                  <a:cubicBezTo>
                    <a:pt x="76923" y="120000"/>
                    <a:pt x="46153" y="120000"/>
                    <a:pt x="12307" y="103636"/>
                  </a:cubicBezTo>
                  <a:cubicBezTo>
                    <a:pt x="6153" y="103636"/>
                    <a:pt x="0" y="92727"/>
                    <a:pt x="0" y="81818"/>
                  </a:cubicBezTo>
                  <a:cubicBezTo>
                    <a:pt x="0" y="27272"/>
                    <a:pt x="0" y="27272"/>
                    <a:pt x="0" y="27272"/>
                  </a:cubicBezTo>
                  <a:cubicBezTo>
                    <a:pt x="0" y="10909"/>
                    <a:pt x="6153" y="0"/>
                    <a:pt x="15384" y="0"/>
                  </a:cubicBezTo>
                  <a:lnTo>
                    <a:pt x="107692" y="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Shape 1010"/>
            <p:cNvSpPr/>
            <p:nvPr/>
          </p:nvSpPr>
          <p:spPr>
            <a:xfrm>
              <a:off x="8947150" y="1765300"/>
              <a:ext cx="212700" cy="1206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21" y="120000"/>
                  </a:moveTo>
                  <a:cubicBezTo>
                    <a:pt x="18947" y="120000"/>
                    <a:pt x="18947" y="120000"/>
                    <a:pt x="18947" y="120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44210" y="33750"/>
                    <a:pt x="77894" y="33750"/>
                    <a:pt x="109473" y="15000"/>
                  </a:cubicBezTo>
                  <a:cubicBezTo>
                    <a:pt x="109473" y="18750"/>
                    <a:pt x="109473" y="18750"/>
                    <a:pt x="109473" y="18750"/>
                  </a:cubicBezTo>
                  <a:cubicBezTo>
                    <a:pt x="103157" y="120000"/>
                    <a:pt x="103157" y="120000"/>
                    <a:pt x="103157" y="120000"/>
                  </a:cubicBezTo>
                  <a:cubicBezTo>
                    <a:pt x="111578" y="120000"/>
                    <a:pt x="111578" y="120000"/>
                    <a:pt x="111578" y="120000"/>
                  </a:cubicBezTo>
                  <a:cubicBezTo>
                    <a:pt x="119999" y="18750"/>
                    <a:pt x="119999" y="18750"/>
                    <a:pt x="119999" y="18750"/>
                  </a:cubicBezTo>
                  <a:cubicBezTo>
                    <a:pt x="119999" y="15000"/>
                    <a:pt x="119999" y="11250"/>
                    <a:pt x="117894" y="7500"/>
                  </a:cubicBezTo>
                  <a:cubicBezTo>
                    <a:pt x="113684" y="0"/>
                    <a:pt x="109473" y="0"/>
                    <a:pt x="107368" y="0"/>
                  </a:cubicBezTo>
                  <a:cubicBezTo>
                    <a:pt x="75789" y="18750"/>
                    <a:pt x="44210" y="18750"/>
                    <a:pt x="14736" y="0"/>
                  </a:cubicBezTo>
                  <a:cubicBezTo>
                    <a:pt x="10526" y="0"/>
                    <a:pt x="6315" y="0"/>
                    <a:pt x="4210" y="7500"/>
                  </a:cubicBezTo>
                  <a:cubicBezTo>
                    <a:pt x="2105" y="11250"/>
                    <a:pt x="0" y="15000"/>
                    <a:pt x="2105" y="18750"/>
                  </a:cubicBezTo>
                  <a:lnTo>
                    <a:pt x="8421" y="12000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2" name="Shape 1011"/>
          <p:cNvCxnSpPr/>
          <p:nvPr/>
        </p:nvCxnSpPr>
        <p:spPr>
          <a:xfrm>
            <a:off x="5790789" y="1260639"/>
            <a:ext cx="0" cy="1371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grpSp>
        <p:nvGrpSpPr>
          <p:cNvPr id="167" name="Shape 1013"/>
          <p:cNvGrpSpPr/>
          <p:nvPr/>
        </p:nvGrpSpPr>
        <p:grpSpPr>
          <a:xfrm>
            <a:off x="1886370" y="1368279"/>
            <a:ext cx="212700" cy="207912"/>
            <a:chOff x="8947150" y="1677988"/>
            <a:chExt cx="212700" cy="207912"/>
          </a:xfrm>
        </p:grpSpPr>
        <p:sp>
          <p:nvSpPr>
            <p:cNvPr id="169" name="Shape 1014"/>
            <p:cNvSpPr/>
            <p:nvPr/>
          </p:nvSpPr>
          <p:spPr>
            <a:xfrm>
              <a:off x="8980488" y="1677988"/>
              <a:ext cx="146100" cy="840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92" y="0"/>
                  </a:moveTo>
                  <a:cubicBezTo>
                    <a:pt x="113846" y="0"/>
                    <a:pt x="120000" y="10909"/>
                    <a:pt x="120000" y="27272"/>
                  </a:cubicBezTo>
                  <a:cubicBezTo>
                    <a:pt x="120000" y="81818"/>
                    <a:pt x="120000" y="81818"/>
                    <a:pt x="120000" y="81818"/>
                  </a:cubicBezTo>
                  <a:cubicBezTo>
                    <a:pt x="120000" y="92727"/>
                    <a:pt x="116923" y="103636"/>
                    <a:pt x="110769" y="103636"/>
                  </a:cubicBezTo>
                  <a:cubicBezTo>
                    <a:pt x="76923" y="120000"/>
                    <a:pt x="46153" y="120000"/>
                    <a:pt x="12307" y="103636"/>
                  </a:cubicBezTo>
                  <a:cubicBezTo>
                    <a:pt x="6153" y="103636"/>
                    <a:pt x="0" y="92727"/>
                    <a:pt x="0" y="81818"/>
                  </a:cubicBezTo>
                  <a:cubicBezTo>
                    <a:pt x="0" y="27272"/>
                    <a:pt x="0" y="27272"/>
                    <a:pt x="0" y="27272"/>
                  </a:cubicBezTo>
                  <a:cubicBezTo>
                    <a:pt x="0" y="10909"/>
                    <a:pt x="6153" y="0"/>
                    <a:pt x="15384" y="0"/>
                  </a:cubicBezTo>
                  <a:lnTo>
                    <a:pt x="107692" y="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Shape 1015"/>
            <p:cNvSpPr/>
            <p:nvPr/>
          </p:nvSpPr>
          <p:spPr>
            <a:xfrm>
              <a:off x="8947150" y="1765300"/>
              <a:ext cx="212700" cy="1206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21" y="120000"/>
                  </a:moveTo>
                  <a:cubicBezTo>
                    <a:pt x="18947" y="120000"/>
                    <a:pt x="18947" y="120000"/>
                    <a:pt x="18947" y="120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44210" y="33750"/>
                    <a:pt x="77894" y="33750"/>
                    <a:pt x="109473" y="15000"/>
                  </a:cubicBezTo>
                  <a:cubicBezTo>
                    <a:pt x="109473" y="18750"/>
                    <a:pt x="109473" y="18750"/>
                    <a:pt x="109473" y="18750"/>
                  </a:cubicBezTo>
                  <a:cubicBezTo>
                    <a:pt x="103157" y="120000"/>
                    <a:pt x="103157" y="120000"/>
                    <a:pt x="103157" y="120000"/>
                  </a:cubicBezTo>
                  <a:cubicBezTo>
                    <a:pt x="111578" y="120000"/>
                    <a:pt x="111578" y="120000"/>
                    <a:pt x="111578" y="120000"/>
                  </a:cubicBezTo>
                  <a:cubicBezTo>
                    <a:pt x="119999" y="18750"/>
                    <a:pt x="119999" y="18750"/>
                    <a:pt x="119999" y="18750"/>
                  </a:cubicBezTo>
                  <a:cubicBezTo>
                    <a:pt x="119999" y="15000"/>
                    <a:pt x="119999" y="11250"/>
                    <a:pt x="117894" y="7500"/>
                  </a:cubicBezTo>
                  <a:cubicBezTo>
                    <a:pt x="113684" y="0"/>
                    <a:pt x="109473" y="0"/>
                    <a:pt x="107368" y="0"/>
                  </a:cubicBezTo>
                  <a:cubicBezTo>
                    <a:pt x="75789" y="18750"/>
                    <a:pt x="44210" y="18750"/>
                    <a:pt x="14736" y="0"/>
                  </a:cubicBezTo>
                  <a:cubicBezTo>
                    <a:pt x="10526" y="0"/>
                    <a:pt x="6315" y="0"/>
                    <a:pt x="4210" y="7500"/>
                  </a:cubicBezTo>
                  <a:cubicBezTo>
                    <a:pt x="2105" y="11250"/>
                    <a:pt x="0" y="15000"/>
                    <a:pt x="2105" y="18750"/>
                  </a:cubicBezTo>
                  <a:lnTo>
                    <a:pt x="8421" y="12000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8" name="Shape 1016"/>
          <p:cNvCxnSpPr/>
          <p:nvPr/>
        </p:nvCxnSpPr>
        <p:spPr>
          <a:xfrm>
            <a:off x="1989382" y="1260639"/>
            <a:ext cx="0" cy="1371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161" name="Shape 1023"/>
          <p:cNvSpPr/>
          <p:nvPr/>
        </p:nvSpPr>
        <p:spPr>
          <a:xfrm>
            <a:off x="8270412" y="1368279"/>
            <a:ext cx="146100" cy="84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692" y="0"/>
                </a:moveTo>
                <a:cubicBezTo>
                  <a:pt x="113846" y="0"/>
                  <a:pt x="120000" y="10909"/>
                  <a:pt x="120000" y="27272"/>
                </a:cubicBezTo>
                <a:cubicBezTo>
                  <a:pt x="120000" y="81818"/>
                  <a:pt x="120000" y="81818"/>
                  <a:pt x="120000" y="81818"/>
                </a:cubicBezTo>
                <a:cubicBezTo>
                  <a:pt x="120000" y="92727"/>
                  <a:pt x="116923" y="103636"/>
                  <a:pt x="110769" y="103636"/>
                </a:cubicBezTo>
                <a:cubicBezTo>
                  <a:pt x="76923" y="120000"/>
                  <a:pt x="46153" y="120000"/>
                  <a:pt x="12307" y="103636"/>
                </a:cubicBezTo>
                <a:cubicBezTo>
                  <a:pt x="6153" y="103636"/>
                  <a:pt x="0" y="92727"/>
                  <a:pt x="0" y="81818"/>
                </a:cubicBezTo>
                <a:cubicBezTo>
                  <a:pt x="0" y="27272"/>
                  <a:pt x="0" y="27272"/>
                  <a:pt x="0" y="27272"/>
                </a:cubicBezTo>
                <a:cubicBezTo>
                  <a:pt x="0" y="10909"/>
                  <a:pt x="6153" y="0"/>
                  <a:pt x="15384" y="0"/>
                </a:cubicBezTo>
                <a:lnTo>
                  <a:pt x="107692" y="0"/>
                </a:lnTo>
                <a:close/>
              </a:path>
            </a:pathLst>
          </a:custGeom>
          <a:solidFill>
            <a:srgbClr val="3230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024"/>
          <p:cNvSpPr/>
          <p:nvPr/>
        </p:nvSpPr>
        <p:spPr>
          <a:xfrm>
            <a:off x="8237074" y="1455591"/>
            <a:ext cx="212700" cy="120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421" y="120000"/>
                </a:moveTo>
                <a:cubicBezTo>
                  <a:pt x="18947" y="120000"/>
                  <a:pt x="18947" y="120000"/>
                  <a:pt x="18947" y="120000"/>
                </a:cubicBezTo>
                <a:cubicBezTo>
                  <a:pt x="10526" y="15000"/>
                  <a:pt x="10526" y="15000"/>
                  <a:pt x="10526" y="15000"/>
                </a:cubicBezTo>
                <a:cubicBezTo>
                  <a:pt x="10526" y="15000"/>
                  <a:pt x="10526" y="15000"/>
                  <a:pt x="10526" y="15000"/>
                </a:cubicBezTo>
                <a:cubicBezTo>
                  <a:pt x="44210" y="33750"/>
                  <a:pt x="77894" y="33750"/>
                  <a:pt x="109473" y="15000"/>
                </a:cubicBezTo>
                <a:cubicBezTo>
                  <a:pt x="109473" y="18750"/>
                  <a:pt x="109473" y="18750"/>
                  <a:pt x="109473" y="18750"/>
                </a:cubicBezTo>
                <a:cubicBezTo>
                  <a:pt x="103157" y="120000"/>
                  <a:pt x="103157" y="120000"/>
                  <a:pt x="103157" y="120000"/>
                </a:cubicBezTo>
                <a:cubicBezTo>
                  <a:pt x="111578" y="120000"/>
                  <a:pt x="111578" y="120000"/>
                  <a:pt x="111578" y="120000"/>
                </a:cubicBezTo>
                <a:cubicBezTo>
                  <a:pt x="119999" y="18750"/>
                  <a:pt x="119999" y="18750"/>
                  <a:pt x="119999" y="18750"/>
                </a:cubicBezTo>
                <a:cubicBezTo>
                  <a:pt x="119999" y="15000"/>
                  <a:pt x="119999" y="11250"/>
                  <a:pt x="117894" y="7500"/>
                </a:cubicBezTo>
                <a:cubicBezTo>
                  <a:pt x="113684" y="0"/>
                  <a:pt x="109473" y="0"/>
                  <a:pt x="107368" y="0"/>
                </a:cubicBezTo>
                <a:cubicBezTo>
                  <a:pt x="75789" y="18750"/>
                  <a:pt x="44210" y="18750"/>
                  <a:pt x="14736" y="0"/>
                </a:cubicBezTo>
                <a:cubicBezTo>
                  <a:pt x="10526" y="0"/>
                  <a:pt x="6315" y="0"/>
                  <a:pt x="4210" y="7500"/>
                </a:cubicBezTo>
                <a:cubicBezTo>
                  <a:pt x="2105" y="11250"/>
                  <a:pt x="0" y="15000"/>
                  <a:pt x="2105" y="18750"/>
                </a:cubicBezTo>
                <a:lnTo>
                  <a:pt x="8421" y="120000"/>
                </a:lnTo>
                <a:close/>
              </a:path>
            </a:pathLst>
          </a:custGeom>
          <a:solidFill>
            <a:srgbClr val="3230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Shape 1025"/>
          <p:cNvCxnSpPr/>
          <p:nvPr/>
        </p:nvCxnSpPr>
        <p:spPr>
          <a:xfrm>
            <a:off x="8337553" y="1149694"/>
            <a:ext cx="0" cy="2856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grpSp>
        <p:nvGrpSpPr>
          <p:cNvPr id="153" name="Shape 1032"/>
          <p:cNvGrpSpPr/>
          <p:nvPr/>
        </p:nvGrpSpPr>
        <p:grpSpPr>
          <a:xfrm>
            <a:off x="7276462" y="1368279"/>
            <a:ext cx="212700" cy="207912"/>
            <a:chOff x="8947150" y="1677988"/>
            <a:chExt cx="212700" cy="207912"/>
          </a:xfrm>
        </p:grpSpPr>
        <p:sp>
          <p:nvSpPr>
            <p:cNvPr id="155" name="Shape 1033"/>
            <p:cNvSpPr/>
            <p:nvPr/>
          </p:nvSpPr>
          <p:spPr>
            <a:xfrm>
              <a:off x="8980488" y="1677988"/>
              <a:ext cx="146100" cy="840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92" y="0"/>
                  </a:moveTo>
                  <a:cubicBezTo>
                    <a:pt x="113846" y="0"/>
                    <a:pt x="120000" y="10909"/>
                    <a:pt x="120000" y="27272"/>
                  </a:cubicBezTo>
                  <a:cubicBezTo>
                    <a:pt x="120000" y="81818"/>
                    <a:pt x="120000" y="81818"/>
                    <a:pt x="120000" y="81818"/>
                  </a:cubicBezTo>
                  <a:cubicBezTo>
                    <a:pt x="120000" y="92727"/>
                    <a:pt x="116923" y="103636"/>
                    <a:pt x="110769" y="103636"/>
                  </a:cubicBezTo>
                  <a:cubicBezTo>
                    <a:pt x="76923" y="120000"/>
                    <a:pt x="46153" y="120000"/>
                    <a:pt x="12307" y="103636"/>
                  </a:cubicBezTo>
                  <a:cubicBezTo>
                    <a:pt x="6153" y="103636"/>
                    <a:pt x="0" y="92727"/>
                    <a:pt x="0" y="81818"/>
                  </a:cubicBezTo>
                  <a:cubicBezTo>
                    <a:pt x="0" y="27272"/>
                    <a:pt x="0" y="27272"/>
                    <a:pt x="0" y="27272"/>
                  </a:cubicBezTo>
                  <a:cubicBezTo>
                    <a:pt x="0" y="10909"/>
                    <a:pt x="6153" y="0"/>
                    <a:pt x="15384" y="0"/>
                  </a:cubicBezTo>
                  <a:lnTo>
                    <a:pt x="107692" y="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Shape 1034"/>
            <p:cNvSpPr/>
            <p:nvPr/>
          </p:nvSpPr>
          <p:spPr>
            <a:xfrm>
              <a:off x="8947150" y="1765300"/>
              <a:ext cx="212700" cy="1206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21" y="120000"/>
                  </a:moveTo>
                  <a:cubicBezTo>
                    <a:pt x="18947" y="120000"/>
                    <a:pt x="18947" y="120000"/>
                    <a:pt x="18947" y="120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44210" y="33750"/>
                    <a:pt x="77894" y="33750"/>
                    <a:pt x="109473" y="15000"/>
                  </a:cubicBezTo>
                  <a:cubicBezTo>
                    <a:pt x="109473" y="18750"/>
                    <a:pt x="109473" y="18750"/>
                    <a:pt x="109473" y="18750"/>
                  </a:cubicBezTo>
                  <a:cubicBezTo>
                    <a:pt x="103157" y="120000"/>
                    <a:pt x="103157" y="120000"/>
                    <a:pt x="103157" y="120000"/>
                  </a:cubicBezTo>
                  <a:cubicBezTo>
                    <a:pt x="111578" y="120000"/>
                    <a:pt x="111578" y="120000"/>
                    <a:pt x="111578" y="120000"/>
                  </a:cubicBezTo>
                  <a:cubicBezTo>
                    <a:pt x="119999" y="18750"/>
                    <a:pt x="119999" y="18750"/>
                    <a:pt x="119999" y="18750"/>
                  </a:cubicBezTo>
                  <a:cubicBezTo>
                    <a:pt x="119999" y="15000"/>
                    <a:pt x="119999" y="11250"/>
                    <a:pt x="117894" y="7500"/>
                  </a:cubicBezTo>
                  <a:cubicBezTo>
                    <a:pt x="113684" y="0"/>
                    <a:pt x="109473" y="0"/>
                    <a:pt x="107368" y="0"/>
                  </a:cubicBezTo>
                  <a:cubicBezTo>
                    <a:pt x="75789" y="18750"/>
                    <a:pt x="44210" y="18750"/>
                    <a:pt x="14736" y="0"/>
                  </a:cubicBezTo>
                  <a:cubicBezTo>
                    <a:pt x="10526" y="0"/>
                    <a:pt x="6315" y="0"/>
                    <a:pt x="4210" y="7500"/>
                  </a:cubicBezTo>
                  <a:cubicBezTo>
                    <a:pt x="2105" y="11250"/>
                    <a:pt x="0" y="15000"/>
                    <a:pt x="2105" y="18750"/>
                  </a:cubicBezTo>
                  <a:lnTo>
                    <a:pt x="8421" y="12000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4" name="Shape 1035"/>
          <p:cNvCxnSpPr/>
          <p:nvPr/>
        </p:nvCxnSpPr>
        <p:spPr>
          <a:xfrm flipH="1">
            <a:off x="7378025" y="1048735"/>
            <a:ext cx="4800" cy="3216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grpSp>
        <p:nvGrpSpPr>
          <p:cNvPr id="149" name="Shape 1037"/>
          <p:cNvGrpSpPr/>
          <p:nvPr/>
        </p:nvGrpSpPr>
        <p:grpSpPr>
          <a:xfrm>
            <a:off x="6646410" y="1368279"/>
            <a:ext cx="212700" cy="207912"/>
            <a:chOff x="8947150" y="1677988"/>
            <a:chExt cx="212700" cy="207912"/>
          </a:xfrm>
        </p:grpSpPr>
        <p:sp>
          <p:nvSpPr>
            <p:cNvPr id="151" name="Shape 1038"/>
            <p:cNvSpPr/>
            <p:nvPr/>
          </p:nvSpPr>
          <p:spPr>
            <a:xfrm>
              <a:off x="8980488" y="1677988"/>
              <a:ext cx="146100" cy="840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92" y="0"/>
                  </a:moveTo>
                  <a:cubicBezTo>
                    <a:pt x="113846" y="0"/>
                    <a:pt x="120000" y="10909"/>
                    <a:pt x="120000" y="27272"/>
                  </a:cubicBezTo>
                  <a:cubicBezTo>
                    <a:pt x="120000" y="81818"/>
                    <a:pt x="120000" y="81818"/>
                    <a:pt x="120000" y="81818"/>
                  </a:cubicBezTo>
                  <a:cubicBezTo>
                    <a:pt x="120000" y="92727"/>
                    <a:pt x="116923" y="103636"/>
                    <a:pt x="110769" y="103636"/>
                  </a:cubicBezTo>
                  <a:cubicBezTo>
                    <a:pt x="76923" y="120000"/>
                    <a:pt x="46153" y="120000"/>
                    <a:pt x="12307" y="103636"/>
                  </a:cubicBezTo>
                  <a:cubicBezTo>
                    <a:pt x="6153" y="103636"/>
                    <a:pt x="0" y="92727"/>
                    <a:pt x="0" y="81818"/>
                  </a:cubicBezTo>
                  <a:cubicBezTo>
                    <a:pt x="0" y="27272"/>
                    <a:pt x="0" y="27272"/>
                    <a:pt x="0" y="27272"/>
                  </a:cubicBezTo>
                  <a:cubicBezTo>
                    <a:pt x="0" y="10909"/>
                    <a:pt x="6153" y="0"/>
                    <a:pt x="15384" y="0"/>
                  </a:cubicBezTo>
                  <a:lnTo>
                    <a:pt x="107692" y="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Shape 1039"/>
            <p:cNvSpPr/>
            <p:nvPr/>
          </p:nvSpPr>
          <p:spPr>
            <a:xfrm>
              <a:off x="8947150" y="1765300"/>
              <a:ext cx="212700" cy="1206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21" y="120000"/>
                  </a:moveTo>
                  <a:cubicBezTo>
                    <a:pt x="18947" y="120000"/>
                    <a:pt x="18947" y="120000"/>
                    <a:pt x="18947" y="120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10526" y="15000"/>
                    <a:pt x="10526" y="15000"/>
                    <a:pt x="10526" y="15000"/>
                  </a:cubicBezTo>
                  <a:cubicBezTo>
                    <a:pt x="44210" y="33750"/>
                    <a:pt x="77894" y="33750"/>
                    <a:pt x="109473" y="15000"/>
                  </a:cubicBezTo>
                  <a:cubicBezTo>
                    <a:pt x="109473" y="18750"/>
                    <a:pt x="109473" y="18750"/>
                    <a:pt x="109473" y="18750"/>
                  </a:cubicBezTo>
                  <a:cubicBezTo>
                    <a:pt x="103157" y="120000"/>
                    <a:pt x="103157" y="120000"/>
                    <a:pt x="103157" y="120000"/>
                  </a:cubicBezTo>
                  <a:cubicBezTo>
                    <a:pt x="111578" y="120000"/>
                    <a:pt x="111578" y="120000"/>
                    <a:pt x="111578" y="120000"/>
                  </a:cubicBezTo>
                  <a:cubicBezTo>
                    <a:pt x="119999" y="18750"/>
                    <a:pt x="119999" y="18750"/>
                    <a:pt x="119999" y="18750"/>
                  </a:cubicBezTo>
                  <a:cubicBezTo>
                    <a:pt x="119999" y="15000"/>
                    <a:pt x="119999" y="11250"/>
                    <a:pt x="117894" y="7500"/>
                  </a:cubicBezTo>
                  <a:cubicBezTo>
                    <a:pt x="113684" y="0"/>
                    <a:pt x="109473" y="0"/>
                    <a:pt x="107368" y="0"/>
                  </a:cubicBezTo>
                  <a:cubicBezTo>
                    <a:pt x="75789" y="18750"/>
                    <a:pt x="44210" y="18750"/>
                    <a:pt x="14736" y="0"/>
                  </a:cubicBezTo>
                  <a:cubicBezTo>
                    <a:pt x="10526" y="0"/>
                    <a:pt x="6315" y="0"/>
                    <a:pt x="4210" y="7500"/>
                  </a:cubicBezTo>
                  <a:cubicBezTo>
                    <a:pt x="2105" y="11250"/>
                    <a:pt x="0" y="15000"/>
                    <a:pt x="2105" y="18750"/>
                  </a:cubicBezTo>
                  <a:lnTo>
                    <a:pt x="8421" y="120000"/>
                  </a:lnTo>
                  <a:close/>
                </a:path>
              </a:pathLst>
            </a:custGeom>
            <a:solidFill>
              <a:srgbClr val="3230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D1D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0" name="Shape 1040"/>
          <p:cNvCxnSpPr/>
          <p:nvPr/>
        </p:nvCxnSpPr>
        <p:spPr>
          <a:xfrm flipH="1">
            <a:off x="6747973" y="1048735"/>
            <a:ext cx="4800" cy="32160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58" name="Shape 1041"/>
          <p:cNvSpPr/>
          <p:nvPr/>
        </p:nvSpPr>
        <p:spPr>
          <a:xfrm>
            <a:off x="1809526" y="712105"/>
            <a:ext cx="389400" cy="573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1538" y="0"/>
                </a:moveTo>
                <a:cubicBezTo>
                  <a:pt x="16923" y="0"/>
                  <a:pt x="16923" y="0"/>
                  <a:pt x="16923" y="0"/>
                </a:cubicBezTo>
                <a:cubicBezTo>
                  <a:pt x="7692" y="0"/>
                  <a:pt x="0" y="6260"/>
                  <a:pt x="0" y="12521"/>
                </a:cubicBezTo>
                <a:cubicBezTo>
                  <a:pt x="0" y="107478"/>
                  <a:pt x="0" y="107478"/>
                  <a:pt x="0" y="107478"/>
                </a:cubicBezTo>
                <a:cubicBezTo>
                  <a:pt x="0" y="114782"/>
                  <a:pt x="7692" y="120000"/>
                  <a:pt x="16923" y="120000"/>
                </a:cubicBezTo>
                <a:cubicBezTo>
                  <a:pt x="101538" y="120000"/>
                  <a:pt x="101538" y="120000"/>
                  <a:pt x="101538" y="120000"/>
                </a:cubicBezTo>
                <a:cubicBezTo>
                  <a:pt x="112307" y="120000"/>
                  <a:pt x="120000" y="114782"/>
                  <a:pt x="120000" y="107478"/>
                </a:cubicBezTo>
                <a:cubicBezTo>
                  <a:pt x="120000" y="12521"/>
                  <a:pt x="120000" y="12521"/>
                  <a:pt x="120000" y="12521"/>
                </a:cubicBezTo>
                <a:cubicBezTo>
                  <a:pt x="120000" y="6260"/>
                  <a:pt x="112307" y="0"/>
                  <a:pt x="101538" y="0"/>
                </a:cubicBezTo>
                <a:close/>
                <a:moveTo>
                  <a:pt x="112307" y="107478"/>
                </a:moveTo>
                <a:cubicBezTo>
                  <a:pt x="112307" y="111652"/>
                  <a:pt x="107692" y="114782"/>
                  <a:pt x="101538" y="114782"/>
                </a:cubicBezTo>
                <a:cubicBezTo>
                  <a:pt x="16923" y="114782"/>
                  <a:pt x="16923" y="114782"/>
                  <a:pt x="16923" y="114782"/>
                </a:cubicBezTo>
                <a:cubicBezTo>
                  <a:pt x="12307" y="114782"/>
                  <a:pt x="7692" y="111652"/>
                  <a:pt x="7692" y="107478"/>
                </a:cubicBezTo>
                <a:cubicBezTo>
                  <a:pt x="7692" y="94956"/>
                  <a:pt x="7692" y="94956"/>
                  <a:pt x="7692" y="94956"/>
                </a:cubicBezTo>
                <a:cubicBezTo>
                  <a:pt x="112307" y="94956"/>
                  <a:pt x="112307" y="94956"/>
                  <a:pt x="112307" y="94956"/>
                </a:cubicBezTo>
                <a:lnTo>
                  <a:pt x="112307" y="107478"/>
                </a:lnTo>
                <a:close/>
                <a:moveTo>
                  <a:pt x="112307" y="26086"/>
                </a:moveTo>
                <a:cubicBezTo>
                  <a:pt x="7692" y="26086"/>
                  <a:pt x="7692" y="26086"/>
                  <a:pt x="7692" y="26086"/>
                </a:cubicBezTo>
                <a:cubicBezTo>
                  <a:pt x="7692" y="12521"/>
                  <a:pt x="7692" y="12521"/>
                  <a:pt x="7692" y="12521"/>
                </a:cubicBezTo>
                <a:cubicBezTo>
                  <a:pt x="7692" y="9391"/>
                  <a:pt x="12307" y="6260"/>
                  <a:pt x="16923" y="6260"/>
                </a:cubicBezTo>
                <a:cubicBezTo>
                  <a:pt x="101538" y="6260"/>
                  <a:pt x="101538" y="6260"/>
                  <a:pt x="101538" y="6260"/>
                </a:cubicBezTo>
                <a:cubicBezTo>
                  <a:pt x="107692" y="6260"/>
                  <a:pt x="112307" y="9391"/>
                  <a:pt x="112307" y="12521"/>
                </a:cubicBezTo>
                <a:lnTo>
                  <a:pt x="112307" y="26086"/>
                </a:lnTo>
                <a:close/>
                <a:moveTo>
                  <a:pt x="52307" y="104347"/>
                </a:moveTo>
                <a:cubicBezTo>
                  <a:pt x="52307" y="101217"/>
                  <a:pt x="55384" y="99130"/>
                  <a:pt x="60000" y="99130"/>
                </a:cubicBezTo>
                <a:cubicBezTo>
                  <a:pt x="64615" y="99130"/>
                  <a:pt x="67692" y="101217"/>
                  <a:pt x="67692" y="104347"/>
                </a:cubicBezTo>
                <a:cubicBezTo>
                  <a:pt x="67692" y="107478"/>
                  <a:pt x="64615" y="109565"/>
                  <a:pt x="60000" y="109565"/>
                </a:cubicBezTo>
                <a:cubicBezTo>
                  <a:pt x="55384" y="109565"/>
                  <a:pt x="52307" y="107478"/>
                  <a:pt x="52307" y="104347"/>
                </a:cubicBezTo>
                <a:close/>
                <a:moveTo>
                  <a:pt x="46153" y="13565"/>
                </a:moveTo>
                <a:cubicBezTo>
                  <a:pt x="73846" y="13565"/>
                  <a:pt x="73846" y="13565"/>
                  <a:pt x="73846" y="13565"/>
                </a:cubicBezTo>
                <a:cubicBezTo>
                  <a:pt x="73846" y="17739"/>
                  <a:pt x="73846" y="17739"/>
                  <a:pt x="73846" y="17739"/>
                </a:cubicBezTo>
                <a:cubicBezTo>
                  <a:pt x="46153" y="17739"/>
                  <a:pt x="46153" y="17739"/>
                  <a:pt x="46153" y="17739"/>
                </a:cubicBezTo>
                <a:lnTo>
                  <a:pt x="46153" y="1356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Shape 1043"/>
          <p:cNvSpPr/>
          <p:nvPr/>
        </p:nvSpPr>
        <p:spPr>
          <a:xfrm>
            <a:off x="4186294" y="717487"/>
            <a:ext cx="692981" cy="52713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9846" y="0"/>
                </a:moveTo>
                <a:cubicBezTo>
                  <a:pt x="9230" y="0"/>
                  <a:pt x="9230" y="0"/>
                  <a:pt x="9230" y="0"/>
                </a:cubicBezTo>
                <a:cubicBezTo>
                  <a:pt x="3692" y="0"/>
                  <a:pt x="0" y="4210"/>
                  <a:pt x="0" y="10526"/>
                </a:cubicBezTo>
                <a:cubicBezTo>
                  <a:pt x="0" y="92631"/>
                  <a:pt x="0" y="92631"/>
                  <a:pt x="0" y="92631"/>
                </a:cubicBezTo>
                <a:cubicBezTo>
                  <a:pt x="0" y="97894"/>
                  <a:pt x="3692" y="103157"/>
                  <a:pt x="9230" y="103157"/>
                </a:cubicBezTo>
                <a:cubicBezTo>
                  <a:pt x="42461" y="103157"/>
                  <a:pt x="42461" y="103157"/>
                  <a:pt x="42461" y="103157"/>
                </a:cubicBezTo>
                <a:cubicBezTo>
                  <a:pt x="42461" y="115789"/>
                  <a:pt x="42461" y="115789"/>
                  <a:pt x="42461" y="115789"/>
                </a:cubicBezTo>
                <a:cubicBezTo>
                  <a:pt x="38769" y="115789"/>
                  <a:pt x="38769" y="115789"/>
                  <a:pt x="38769" y="115789"/>
                </a:cubicBezTo>
                <a:cubicBezTo>
                  <a:pt x="37846" y="115789"/>
                  <a:pt x="36923" y="116842"/>
                  <a:pt x="36923" y="117894"/>
                </a:cubicBezTo>
                <a:cubicBezTo>
                  <a:pt x="36923" y="118947"/>
                  <a:pt x="37846" y="119999"/>
                  <a:pt x="38769" y="119999"/>
                </a:cubicBezTo>
                <a:cubicBezTo>
                  <a:pt x="80307" y="119999"/>
                  <a:pt x="80307" y="119999"/>
                  <a:pt x="80307" y="119999"/>
                </a:cubicBezTo>
                <a:cubicBezTo>
                  <a:pt x="81230" y="119999"/>
                  <a:pt x="82153" y="118947"/>
                  <a:pt x="82153" y="117894"/>
                </a:cubicBezTo>
                <a:cubicBezTo>
                  <a:pt x="82153" y="116842"/>
                  <a:pt x="81230" y="115789"/>
                  <a:pt x="80307" y="115789"/>
                </a:cubicBezTo>
                <a:cubicBezTo>
                  <a:pt x="77538" y="115789"/>
                  <a:pt x="77538" y="115789"/>
                  <a:pt x="77538" y="115789"/>
                </a:cubicBezTo>
                <a:cubicBezTo>
                  <a:pt x="77538" y="103157"/>
                  <a:pt x="77538" y="103157"/>
                  <a:pt x="77538" y="103157"/>
                </a:cubicBezTo>
                <a:cubicBezTo>
                  <a:pt x="109846" y="103157"/>
                  <a:pt x="109846" y="103157"/>
                  <a:pt x="109846" y="103157"/>
                </a:cubicBezTo>
                <a:cubicBezTo>
                  <a:pt x="115384" y="103157"/>
                  <a:pt x="120000" y="97894"/>
                  <a:pt x="120000" y="92631"/>
                </a:cubicBezTo>
                <a:cubicBezTo>
                  <a:pt x="120000" y="10526"/>
                  <a:pt x="120000" y="10526"/>
                  <a:pt x="120000" y="10526"/>
                </a:cubicBezTo>
                <a:cubicBezTo>
                  <a:pt x="120000" y="4210"/>
                  <a:pt x="115384" y="0"/>
                  <a:pt x="109846" y="0"/>
                </a:cubicBezTo>
                <a:close/>
                <a:moveTo>
                  <a:pt x="9230" y="5263"/>
                </a:moveTo>
                <a:cubicBezTo>
                  <a:pt x="109846" y="5263"/>
                  <a:pt x="109846" y="5263"/>
                  <a:pt x="109846" y="5263"/>
                </a:cubicBezTo>
                <a:cubicBezTo>
                  <a:pt x="112615" y="5263"/>
                  <a:pt x="115384" y="7368"/>
                  <a:pt x="115384" y="10526"/>
                </a:cubicBezTo>
                <a:cubicBezTo>
                  <a:pt x="115384" y="73684"/>
                  <a:pt x="115384" y="73684"/>
                  <a:pt x="115384" y="73684"/>
                </a:cubicBezTo>
                <a:cubicBezTo>
                  <a:pt x="4615" y="73684"/>
                  <a:pt x="4615" y="73684"/>
                  <a:pt x="4615" y="73684"/>
                </a:cubicBezTo>
                <a:cubicBezTo>
                  <a:pt x="4615" y="10526"/>
                  <a:pt x="4615" y="10526"/>
                  <a:pt x="4615" y="10526"/>
                </a:cubicBezTo>
                <a:cubicBezTo>
                  <a:pt x="4615" y="7368"/>
                  <a:pt x="6461" y="5263"/>
                  <a:pt x="9230" y="5263"/>
                </a:cubicBezTo>
                <a:close/>
                <a:moveTo>
                  <a:pt x="109846" y="97894"/>
                </a:moveTo>
                <a:cubicBezTo>
                  <a:pt x="9230" y="97894"/>
                  <a:pt x="9230" y="97894"/>
                  <a:pt x="9230" y="97894"/>
                </a:cubicBezTo>
                <a:cubicBezTo>
                  <a:pt x="6461" y="97894"/>
                  <a:pt x="4615" y="94736"/>
                  <a:pt x="4615" y="92631"/>
                </a:cubicBezTo>
                <a:cubicBezTo>
                  <a:pt x="4615" y="77894"/>
                  <a:pt x="4615" y="77894"/>
                  <a:pt x="4615" y="77894"/>
                </a:cubicBezTo>
                <a:cubicBezTo>
                  <a:pt x="115384" y="77894"/>
                  <a:pt x="115384" y="77894"/>
                  <a:pt x="115384" y="77894"/>
                </a:cubicBezTo>
                <a:cubicBezTo>
                  <a:pt x="115384" y="92631"/>
                  <a:pt x="115384" y="92631"/>
                  <a:pt x="115384" y="92631"/>
                </a:cubicBezTo>
                <a:cubicBezTo>
                  <a:pt x="115384" y="94736"/>
                  <a:pt x="112615" y="97894"/>
                  <a:pt x="109846" y="97894"/>
                </a:cubicBez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Shape 1044"/>
          <p:cNvSpPr/>
          <p:nvPr/>
        </p:nvSpPr>
        <p:spPr>
          <a:xfrm>
            <a:off x="4511249" y="1082509"/>
            <a:ext cx="38380" cy="33199"/>
          </a:xfrm>
          <a:prstGeom prst="ellipse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Shape 1051"/>
          <p:cNvSpPr/>
          <p:nvPr/>
        </p:nvSpPr>
        <p:spPr>
          <a:xfrm>
            <a:off x="8040478" y="735115"/>
            <a:ext cx="581100" cy="492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3636" y="33214"/>
                </a:moveTo>
                <a:cubicBezTo>
                  <a:pt x="26363" y="34285"/>
                  <a:pt x="26363" y="34285"/>
                  <a:pt x="26363" y="34285"/>
                </a:cubicBezTo>
                <a:cubicBezTo>
                  <a:pt x="32727" y="16071"/>
                  <a:pt x="32727" y="16071"/>
                  <a:pt x="32727" y="16071"/>
                </a:cubicBezTo>
                <a:cubicBezTo>
                  <a:pt x="33636" y="14999"/>
                  <a:pt x="34545" y="13928"/>
                  <a:pt x="35454" y="13928"/>
                </a:cubicBezTo>
                <a:cubicBezTo>
                  <a:pt x="57272" y="11785"/>
                  <a:pt x="78181" y="12857"/>
                  <a:pt x="83636" y="13928"/>
                </a:cubicBezTo>
                <a:cubicBezTo>
                  <a:pt x="85454" y="13928"/>
                  <a:pt x="86363" y="13928"/>
                  <a:pt x="86363" y="14999"/>
                </a:cubicBezTo>
                <a:lnTo>
                  <a:pt x="93636" y="33214"/>
                </a:lnTo>
                <a:close/>
                <a:moveTo>
                  <a:pt x="100909" y="46071"/>
                </a:moveTo>
                <a:cubicBezTo>
                  <a:pt x="81818" y="48214"/>
                  <a:pt x="81818" y="48214"/>
                  <a:pt x="81818" y="48214"/>
                </a:cubicBezTo>
                <a:cubicBezTo>
                  <a:pt x="86363" y="54642"/>
                  <a:pt x="86363" y="54642"/>
                  <a:pt x="86363" y="54642"/>
                </a:cubicBezTo>
                <a:cubicBezTo>
                  <a:pt x="96363" y="54642"/>
                  <a:pt x="96363" y="54642"/>
                  <a:pt x="96363" y="54642"/>
                </a:cubicBezTo>
                <a:cubicBezTo>
                  <a:pt x="99090" y="56785"/>
                  <a:pt x="99090" y="56785"/>
                  <a:pt x="99090" y="56785"/>
                </a:cubicBezTo>
                <a:cubicBezTo>
                  <a:pt x="103636" y="55714"/>
                  <a:pt x="103636" y="55714"/>
                  <a:pt x="103636" y="55714"/>
                </a:cubicBezTo>
                <a:cubicBezTo>
                  <a:pt x="103636" y="55714"/>
                  <a:pt x="106363" y="49285"/>
                  <a:pt x="100909" y="46071"/>
                </a:cubicBezTo>
                <a:close/>
                <a:moveTo>
                  <a:pt x="100000" y="64285"/>
                </a:moveTo>
                <a:cubicBezTo>
                  <a:pt x="98181" y="64285"/>
                  <a:pt x="96363" y="66428"/>
                  <a:pt x="96363" y="69642"/>
                </a:cubicBezTo>
                <a:cubicBezTo>
                  <a:pt x="96363" y="71785"/>
                  <a:pt x="98181" y="73928"/>
                  <a:pt x="100000" y="73928"/>
                </a:cubicBezTo>
                <a:cubicBezTo>
                  <a:pt x="102727" y="73928"/>
                  <a:pt x="104545" y="71785"/>
                  <a:pt x="104545" y="69642"/>
                </a:cubicBezTo>
                <a:cubicBezTo>
                  <a:pt x="104545" y="66428"/>
                  <a:pt x="102727" y="64285"/>
                  <a:pt x="100000" y="64285"/>
                </a:cubicBezTo>
                <a:close/>
                <a:moveTo>
                  <a:pt x="18181" y="46071"/>
                </a:moveTo>
                <a:cubicBezTo>
                  <a:pt x="12727" y="49285"/>
                  <a:pt x="15454" y="55714"/>
                  <a:pt x="15454" y="55714"/>
                </a:cubicBezTo>
                <a:cubicBezTo>
                  <a:pt x="20909" y="56785"/>
                  <a:pt x="20909" y="56785"/>
                  <a:pt x="20909" y="56785"/>
                </a:cubicBezTo>
                <a:cubicBezTo>
                  <a:pt x="22727" y="54642"/>
                  <a:pt x="22727" y="54642"/>
                  <a:pt x="22727" y="54642"/>
                </a:cubicBezTo>
                <a:cubicBezTo>
                  <a:pt x="33636" y="54642"/>
                  <a:pt x="33636" y="54642"/>
                  <a:pt x="33636" y="54642"/>
                </a:cubicBezTo>
                <a:cubicBezTo>
                  <a:pt x="38181" y="48214"/>
                  <a:pt x="38181" y="48214"/>
                  <a:pt x="38181" y="48214"/>
                </a:cubicBezTo>
                <a:lnTo>
                  <a:pt x="18181" y="46071"/>
                </a:lnTo>
                <a:close/>
                <a:moveTo>
                  <a:pt x="19090" y="64285"/>
                </a:moveTo>
                <a:cubicBezTo>
                  <a:pt x="17272" y="64285"/>
                  <a:pt x="15454" y="66428"/>
                  <a:pt x="15454" y="69642"/>
                </a:cubicBezTo>
                <a:cubicBezTo>
                  <a:pt x="15454" y="71785"/>
                  <a:pt x="17272" y="73928"/>
                  <a:pt x="19090" y="73928"/>
                </a:cubicBezTo>
                <a:cubicBezTo>
                  <a:pt x="20909" y="73928"/>
                  <a:pt x="22727" y="71785"/>
                  <a:pt x="22727" y="69642"/>
                </a:cubicBezTo>
                <a:cubicBezTo>
                  <a:pt x="22727" y="66428"/>
                  <a:pt x="20909" y="64285"/>
                  <a:pt x="19090" y="64285"/>
                </a:cubicBezTo>
                <a:close/>
                <a:moveTo>
                  <a:pt x="75454" y="65357"/>
                </a:moveTo>
                <a:cubicBezTo>
                  <a:pt x="44545" y="65357"/>
                  <a:pt x="44545" y="65357"/>
                  <a:pt x="44545" y="65357"/>
                </a:cubicBezTo>
                <a:cubicBezTo>
                  <a:pt x="40909" y="65357"/>
                  <a:pt x="38181" y="69642"/>
                  <a:pt x="38181" y="73928"/>
                </a:cubicBezTo>
                <a:cubicBezTo>
                  <a:pt x="38181" y="80357"/>
                  <a:pt x="38181" y="80357"/>
                  <a:pt x="38181" y="80357"/>
                </a:cubicBezTo>
                <a:cubicBezTo>
                  <a:pt x="81818" y="80357"/>
                  <a:pt x="81818" y="80357"/>
                  <a:pt x="81818" y="80357"/>
                </a:cubicBezTo>
                <a:cubicBezTo>
                  <a:pt x="81818" y="73928"/>
                  <a:pt x="81818" y="73928"/>
                  <a:pt x="81818" y="73928"/>
                </a:cubicBezTo>
                <a:cubicBezTo>
                  <a:pt x="81818" y="69642"/>
                  <a:pt x="79090" y="65357"/>
                  <a:pt x="75454" y="65357"/>
                </a:cubicBezTo>
                <a:close/>
                <a:moveTo>
                  <a:pt x="114545" y="83571"/>
                </a:moveTo>
                <a:cubicBezTo>
                  <a:pt x="114545" y="83571"/>
                  <a:pt x="114545" y="83571"/>
                  <a:pt x="114545" y="83571"/>
                </a:cubicBezTo>
                <a:cubicBezTo>
                  <a:pt x="113636" y="84642"/>
                  <a:pt x="113636" y="84642"/>
                  <a:pt x="113636" y="84642"/>
                </a:cubicBezTo>
                <a:cubicBezTo>
                  <a:pt x="113636" y="84642"/>
                  <a:pt x="113636" y="84642"/>
                  <a:pt x="113636" y="84642"/>
                </a:cubicBezTo>
                <a:cubicBezTo>
                  <a:pt x="113636" y="112499"/>
                  <a:pt x="113636" y="112499"/>
                  <a:pt x="113636" y="112499"/>
                </a:cubicBezTo>
                <a:cubicBezTo>
                  <a:pt x="113636" y="116785"/>
                  <a:pt x="110909" y="119999"/>
                  <a:pt x="107272" y="119999"/>
                </a:cubicBezTo>
                <a:cubicBezTo>
                  <a:pt x="96363" y="119999"/>
                  <a:pt x="96363" y="119999"/>
                  <a:pt x="96363" y="119999"/>
                </a:cubicBezTo>
                <a:cubicBezTo>
                  <a:pt x="92727" y="119999"/>
                  <a:pt x="90000" y="116785"/>
                  <a:pt x="90000" y="112499"/>
                </a:cubicBezTo>
                <a:cubicBezTo>
                  <a:pt x="90000" y="103928"/>
                  <a:pt x="90000" y="103928"/>
                  <a:pt x="90000" y="103928"/>
                </a:cubicBezTo>
                <a:cubicBezTo>
                  <a:pt x="83636" y="103928"/>
                  <a:pt x="83636" y="103928"/>
                  <a:pt x="83636" y="103928"/>
                </a:cubicBezTo>
                <a:cubicBezTo>
                  <a:pt x="83636" y="106071"/>
                  <a:pt x="83636" y="106071"/>
                  <a:pt x="83636" y="106071"/>
                </a:cubicBezTo>
                <a:cubicBezTo>
                  <a:pt x="67272" y="106071"/>
                  <a:pt x="67272" y="106071"/>
                  <a:pt x="67272" y="106071"/>
                </a:cubicBezTo>
                <a:cubicBezTo>
                  <a:pt x="67272" y="103928"/>
                  <a:pt x="67272" y="103928"/>
                  <a:pt x="67272" y="103928"/>
                </a:cubicBezTo>
                <a:cubicBezTo>
                  <a:pt x="52727" y="103928"/>
                  <a:pt x="52727" y="103928"/>
                  <a:pt x="52727" y="103928"/>
                </a:cubicBezTo>
                <a:cubicBezTo>
                  <a:pt x="52727" y="106071"/>
                  <a:pt x="52727" y="106071"/>
                  <a:pt x="52727" y="106071"/>
                </a:cubicBezTo>
                <a:cubicBezTo>
                  <a:pt x="36363" y="106071"/>
                  <a:pt x="36363" y="106071"/>
                  <a:pt x="36363" y="106071"/>
                </a:cubicBezTo>
                <a:cubicBezTo>
                  <a:pt x="36363" y="103928"/>
                  <a:pt x="36363" y="103928"/>
                  <a:pt x="36363" y="103928"/>
                </a:cubicBezTo>
                <a:cubicBezTo>
                  <a:pt x="30000" y="103928"/>
                  <a:pt x="30000" y="103928"/>
                  <a:pt x="30000" y="103928"/>
                </a:cubicBezTo>
                <a:cubicBezTo>
                  <a:pt x="30000" y="112499"/>
                  <a:pt x="30000" y="112499"/>
                  <a:pt x="30000" y="112499"/>
                </a:cubicBezTo>
                <a:cubicBezTo>
                  <a:pt x="30000" y="116785"/>
                  <a:pt x="27272" y="119999"/>
                  <a:pt x="23636" y="119999"/>
                </a:cubicBezTo>
                <a:cubicBezTo>
                  <a:pt x="12727" y="119999"/>
                  <a:pt x="12727" y="119999"/>
                  <a:pt x="12727" y="119999"/>
                </a:cubicBezTo>
                <a:cubicBezTo>
                  <a:pt x="9090" y="119999"/>
                  <a:pt x="6363" y="116785"/>
                  <a:pt x="6363" y="112499"/>
                </a:cubicBezTo>
                <a:cubicBezTo>
                  <a:pt x="6363" y="84642"/>
                  <a:pt x="6363" y="84642"/>
                  <a:pt x="6363" y="84642"/>
                </a:cubicBezTo>
                <a:cubicBezTo>
                  <a:pt x="6363" y="84642"/>
                  <a:pt x="6363" y="84642"/>
                  <a:pt x="6363" y="84642"/>
                </a:cubicBezTo>
                <a:cubicBezTo>
                  <a:pt x="5454" y="83571"/>
                  <a:pt x="5454" y="83571"/>
                  <a:pt x="5454" y="83571"/>
                </a:cubicBezTo>
                <a:cubicBezTo>
                  <a:pt x="5454" y="83571"/>
                  <a:pt x="5454" y="83571"/>
                  <a:pt x="5454" y="83571"/>
                </a:cubicBezTo>
                <a:cubicBezTo>
                  <a:pt x="0" y="58928"/>
                  <a:pt x="7272" y="44999"/>
                  <a:pt x="7272" y="43928"/>
                </a:cubicBezTo>
                <a:cubicBezTo>
                  <a:pt x="8181" y="42857"/>
                  <a:pt x="8181" y="42857"/>
                  <a:pt x="8181" y="42857"/>
                </a:cubicBezTo>
                <a:cubicBezTo>
                  <a:pt x="10000" y="42857"/>
                  <a:pt x="10000" y="42857"/>
                  <a:pt x="10000" y="42857"/>
                </a:cubicBezTo>
                <a:cubicBezTo>
                  <a:pt x="16363" y="35357"/>
                  <a:pt x="16363" y="35357"/>
                  <a:pt x="16363" y="35357"/>
                </a:cubicBezTo>
                <a:cubicBezTo>
                  <a:pt x="13636" y="35357"/>
                  <a:pt x="9090" y="35357"/>
                  <a:pt x="8181" y="34285"/>
                </a:cubicBezTo>
                <a:cubicBezTo>
                  <a:pt x="8181" y="33214"/>
                  <a:pt x="5454" y="29999"/>
                  <a:pt x="9090" y="26785"/>
                </a:cubicBezTo>
                <a:cubicBezTo>
                  <a:pt x="9090" y="26785"/>
                  <a:pt x="19090" y="21428"/>
                  <a:pt x="16363" y="28928"/>
                </a:cubicBezTo>
                <a:cubicBezTo>
                  <a:pt x="16363" y="31071"/>
                  <a:pt x="16363" y="31071"/>
                  <a:pt x="16363" y="31071"/>
                </a:cubicBezTo>
                <a:cubicBezTo>
                  <a:pt x="18181" y="31071"/>
                  <a:pt x="18181" y="31071"/>
                  <a:pt x="18181" y="31071"/>
                </a:cubicBezTo>
                <a:cubicBezTo>
                  <a:pt x="18181" y="29999"/>
                  <a:pt x="18181" y="29999"/>
                  <a:pt x="18181" y="29999"/>
                </a:cubicBezTo>
                <a:cubicBezTo>
                  <a:pt x="20909" y="20357"/>
                  <a:pt x="24545" y="12857"/>
                  <a:pt x="27272" y="9642"/>
                </a:cubicBezTo>
                <a:cubicBezTo>
                  <a:pt x="28181" y="7499"/>
                  <a:pt x="30000" y="6428"/>
                  <a:pt x="30909" y="5357"/>
                </a:cubicBezTo>
                <a:cubicBezTo>
                  <a:pt x="31818" y="5357"/>
                  <a:pt x="31818" y="5357"/>
                  <a:pt x="31818" y="5357"/>
                </a:cubicBezTo>
                <a:cubicBezTo>
                  <a:pt x="31818" y="5357"/>
                  <a:pt x="32727" y="5357"/>
                  <a:pt x="34545" y="5357"/>
                </a:cubicBezTo>
                <a:cubicBezTo>
                  <a:pt x="34545" y="5357"/>
                  <a:pt x="34545" y="5357"/>
                  <a:pt x="34545" y="5357"/>
                </a:cubicBezTo>
                <a:cubicBezTo>
                  <a:pt x="35454" y="0"/>
                  <a:pt x="35454" y="0"/>
                  <a:pt x="35454" y="0"/>
                </a:cubicBezTo>
                <a:cubicBezTo>
                  <a:pt x="39090" y="0"/>
                  <a:pt x="39090" y="0"/>
                  <a:pt x="39090" y="0"/>
                </a:cubicBezTo>
                <a:cubicBezTo>
                  <a:pt x="42727" y="0"/>
                  <a:pt x="42727" y="0"/>
                  <a:pt x="42727" y="0"/>
                </a:cubicBezTo>
                <a:cubicBezTo>
                  <a:pt x="42727" y="4285"/>
                  <a:pt x="42727" y="4285"/>
                  <a:pt x="42727" y="4285"/>
                </a:cubicBezTo>
                <a:cubicBezTo>
                  <a:pt x="47272" y="3214"/>
                  <a:pt x="50909" y="3214"/>
                  <a:pt x="55454" y="3214"/>
                </a:cubicBezTo>
                <a:cubicBezTo>
                  <a:pt x="64545" y="3214"/>
                  <a:pt x="64545" y="3214"/>
                  <a:pt x="64545" y="3214"/>
                </a:cubicBezTo>
                <a:cubicBezTo>
                  <a:pt x="69090" y="3214"/>
                  <a:pt x="72727" y="3214"/>
                  <a:pt x="76363" y="4285"/>
                </a:cubicBezTo>
                <a:cubicBezTo>
                  <a:pt x="76363" y="0"/>
                  <a:pt x="76363" y="0"/>
                  <a:pt x="76363" y="0"/>
                </a:cubicBezTo>
                <a:cubicBezTo>
                  <a:pt x="80000" y="0"/>
                  <a:pt x="80000" y="0"/>
                  <a:pt x="80000" y="0"/>
                </a:cubicBezTo>
                <a:cubicBezTo>
                  <a:pt x="83636" y="0"/>
                  <a:pt x="83636" y="0"/>
                  <a:pt x="83636" y="0"/>
                </a:cubicBezTo>
                <a:cubicBezTo>
                  <a:pt x="83636" y="0"/>
                  <a:pt x="83636" y="0"/>
                  <a:pt x="83636" y="0"/>
                </a:cubicBezTo>
                <a:cubicBezTo>
                  <a:pt x="84545" y="5357"/>
                  <a:pt x="84545" y="5357"/>
                  <a:pt x="84545" y="5357"/>
                </a:cubicBezTo>
                <a:cubicBezTo>
                  <a:pt x="85454" y="5357"/>
                  <a:pt x="85454" y="5357"/>
                  <a:pt x="85454" y="5357"/>
                </a:cubicBezTo>
                <a:cubicBezTo>
                  <a:pt x="87272" y="5357"/>
                  <a:pt x="88181" y="5357"/>
                  <a:pt x="88181" y="5357"/>
                </a:cubicBezTo>
                <a:cubicBezTo>
                  <a:pt x="89090" y="5357"/>
                  <a:pt x="89090" y="5357"/>
                  <a:pt x="89090" y="5357"/>
                </a:cubicBezTo>
                <a:cubicBezTo>
                  <a:pt x="90000" y="6428"/>
                  <a:pt x="91818" y="7499"/>
                  <a:pt x="92727" y="9642"/>
                </a:cubicBezTo>
                <a:cubicBezTo>
                  <a:pt x="95454" y="12857"/>
                  <a:pt x="98181" y="20357"/>
                  <a:pt x="101818" y="29999"/>
                </a:cubicBezTo>
                <a:cubicBezTo>
                  <a:pt x="101818" y="31071"/>
                  <a:pt x="101818" y="31071"/>
                  <a:pt x="101818" y="31071"/>
                </a:cubicBezTo>
                <a:cubicBezTo>
                  <a:pt x="103636" y="31071"/>
                  <a:pt x="103636" y="31071"/>
                  <a:pt x="103636" y="31071"/>
                </a:cubicBezTo>
                <a:cubicBezTo>
                  <a:pt x="102727" y="28928"/>
                  <a:pt x="102727" y="28928"/>
                  <a:pt x="102727" y="28928"/>
                </a:cubicBezTo>
                <a:cubicBezTo>
                  <a:pt x="100909" y="21428"/>
                  <a:pt x="110909" y="26785"/>
                  <a:pt x="110909" y="26785"/>
                </a:cubicBezTo>
                <a:cubicBezTo>
                  <a:pt x="114545" y="29999"/>
                  <a:pt x="111818" y="33214"/>
                  <a:pt x="110909" y="34285"/>
                </a:cubicBezTo>
                <a:cubicBezTo>
                  <a:pt x="110909" y="35357"/>
                  <a:pt x="105454" y="35357"/>
                  <a:pt x="103636" y="35357"/>
                </a:cubicBezTo>
                <a:cubicBezTo>
                  <a:pt x="110000" y="42857"/>
                  <a:pt x="110000" y="42857"/>
                  <a:pt x="110000" y="42857"/>
                </a:cubicBezTo>
                <a:cubicBezTo>
                  <a:pt x="111818" y="42857"/>
                  <a:pt x="111818" y="42857"/>
                  <a:pt x="111818" y="42857"/>
                </a:cubicBezTo>
                <a:cubicBezTo>
                  <a:pt x="111818" y="43928"/>
                  <a:pt x="111818" y="43928"/>
                  <a:pt x="111818" y="43928"/>
                </a:cubicBezTo>
                <a:cubicBezTo>
                  <a:pt x="112727" y="44999"/>
                  <a:pt x="120000" y="58928"/>
                  <a:pt x="114545" y="83571"/>
                </a:cubicBezTo>
                <a:close/>
                <a:moveTo>
                  <a:pt x="109090" y="48214"/>
                </a:moveTo>
                <a:cubicBezTo>
                  <a:pt x="108181" y="48214"/>
                  <a:pt x="108181" y="48214"/>
                  <a:pt x="108181" y="48214"/>
                </a:cubicBezTo>
                <a:cubicBezTo>
                  <a:pt x="98181" y="36428"/>
                  <a:pt x="98181" y="36428"/>
                  <a:pt x="98181" y="36428"/>
                </a:cubicBezTo>
                <a:cubicBezTo>
                  <a:pt x="97272" y="32142"/>
                  <a:pt x="97272" y="32142"/>
                  <a:pt x="97272" y="32142"/>
                </a:cubicBezTo>
                <a:cubicBezTo>
                  <a:pt x="93636" y="20357"/>
                  <a:pt x="90909" y="14999"/>
                  <a:pt x="89090" y="12857"/>
                </a:cubicBezTo>
                <a:cubicBezTo>
                  <a:pt x="88181" y="11785"/>
                  <a:pt x="87272" y="10714"/>
                  <a:pt x="87272" y="10714"/>
                </a:cubicBezTo>
                <a:cubicBezTo>
                  <a:pt x="87272" y="10714"/>
                  <a:pt x="86363" y="10714"/>
                  <a:pt x="84545" y="10714"/>
                </a:cubicBezTo>
                <a:cubicBezTo>
                  <a:pt x="81818" y="9642"/>
                  <a:pt x="81818" y="9642"/>
                  <a:pt x="81818" y="9642"/>
                </a:cubicBezTo>
                <a:cubicBezTo>
                  <a:pt x="78181" y="9642"/>
                  <a:pt x="71818" y="9642"/>
                  <a:pt x="64545" y="8571"/>
                </a:cubicBezTo>
                <a:cubicBezTo>
                  <a:pt x="55454" y="8571"/>
                  <a:pt x="55454" y="8571"/>
                  <a:pt x="55454" y="8571"/>
                </a:cubicBezTo>
                <a:cubicBezTo>
                  <a:pt x="47272" y="9642"/>
                  <a:pt x="41818" y="9642"/>
                  <a:pt x="38181" y="9642"/>
                </a:cubicBezTo>
                <a:cubicBezTo>
                  <a:pt x="35454" y="10714"/>
                  <a:pt x="35454" y="10714"/>
                  <a:pt x="35454" y="10714"/>
                </a:cubicBezTo>
                <a:cubicBezTo>
                  <a:pt x="33636" y="10714"/>
                  <a:pt x="32727" y="10714"/>
                  <a:pt x="32727" y="10714"/>
                </a:cubicBezTo>
                <a:cubicBezTo>
                  <a:pt x="31818" y="10714"/>
                  <a:pt x="31818" y="11785"/>
                  <a:pt x="30909" y="12857"/>
                </a:cubicBezTo>
                <a:cubicBezTo>
                  <a:pt x="29090" y="14999"/>
                  <a:pt x="26363" y="20357"/>
                  <a:pt x="22727" y="32142"/>
                </a:cubicBezTo>
                <a:cubicBezTo>
                  <a:pt x="21818" y="36428"/>
                  <a:pt x="21818" y="36428"/>
                  <a:pt x="21818" y="36428"/>
                </a:cubicBezTo>
                <a:cubicBezTo>
                  <a:pt x="20909" y="37500"/>
                  <a:pt x="20909" y="37500"/>
                  <a:pt x="20909" y="37500"/>
                </a:cubicBezTo>
                <a:cubicBezTo>
                  <a:pt x="11818" y="48214"/>
                  <a:pt x="11818" y="48214"/>
                  <a:pt x="11818" y="48214"/>
                </a:cubicBezTo>
                <a:cubicBezTo>
                  <a:pt x="10909" y="48214"/>
                  <a:pt x="10909" y="48214"/>
                  <a:pt x="10909" y="48214"/>
                </a:cubicBezTo>
                <a:cubicBezTo>
                  <a:pt x="9090" y="52499"/>
                  <a:pt x="6363" y="63214"/>
                  <a:pt x="10000" y="81428"/>
                </a:cubicBezTo>
                <a:cubicBezTo>
                  <a:pt x="10000" y="81428"/>
                  <a:pt x="10000" y="81428"/>
                  <a:pt x="10909" y="81428"/>
                </a:cubicBezTo>
                <a:cubicBezTo>
                  <a:pt x="10909" y="82499"/>
                  <a:pt x="10909" y="82499"/>
                  <a:pt x="10909" y="82499"/>
                </a:cubicBezTo>
                <a:cubicBezTo>
                  <a:pt x="10909" y="112499"/>
                  <a:pt x="10909" y="112499"/>
                  <a:pt x="10909" y="112499"/>
                </a:cubicBezTo>
                <a:cubicBezTo>
                  <a:pt x="10909" y="113571"/>
                  <a:pt x="11818" y="113571"/>
                  <a:pt x="12727" y="113571"/>
                </a:cubicBezTo>
                <a:cubicBezTo>
                  <a:pt x="23636" y="113571"/>
                  <a:pt x="23636" y="113571"/>
                  <a:pt x="23636" y="113571"/>
                </a:cubicBezTo>
                <a:cubicBezTo>
                  <a:pt x="24545" y="113571"/>
                  <a:pt x="24545" y="113571"/>
                  <a:pt x="24545" y="112499"/>
                </a:cubicBezTo>
                <a:cubicBezTo>
                  <a:pt x="24545" y="98571"/>
                  <a:pt x="24545" y="98571"/>
                  <a:pt x="24545" y="98571"/>
                </a:cubicBezTo>
                <a:cubicBezTo>
                  <a:pt x="40909" y="98571"/>
                  <a:pt x="40909" y="98571"/>
                  <a:pt x="40909" y="98571"/>
                </a:cubicBezTo>
                <a:cubicBezTo>
                  <a:pt x="40909" y="99642"/>
                  <a:pt x="40909" y="99642"/>
                  <a:pt x="40909" y="99642"/>
                </a:cubicBezTo>
                <a:cubicBezTo>
                  <a:pt x="48181" y="99642"/>
                  <a:pt x="48181" y="99642"/>
                  <a:pt x="48181" y="99642"/>
                </a:cubicBezTo>
                <a:cubicBezTo>
                  <a:pt x="48181" y="98571"/>
                  <a:pt x="48181" y="98571"/>
                  <a:pt x="48181" y="98571"/>
                </a:cubicBezTo>
                <a:cubicBezTo>
                  <a:pt x="71818" y="98571"/>
                  <a:pt x="71818" y="98571"/>
                  <a:pt x="71818" y="98571"/>
                </a:cubicBezTo>
                <a:cubicBezTo>
                  <a:pt x="71818" y="99642"/>
                  <a:pt x="71818" y="99642"/>
                  <a:pt x="71818" y="99642"/>
                </a:cubicBezTo>
                <a:cubicBezTo>
                  <a:pt x="79090" y="99642"/>
                  <a:pt x="79090" y="99642"/>
                  <a:pt x="79090" y="99642"/>
                </a:cubicBezTo>
                <a:cubicBezTo>
                  <a:pt x="79090" y="98571"/>
                  <a:pt x="79090" y="98571"/>
                  <a:pt x="79090" y="98571"/>
                </a:cubicBezTo>
                <a:cubicBezTo>
                  <a:pt x="94545" y="98571"/>
                  <a:pt x="94545" y="98571"/>
                  <a:pt x="94545" y="98571"/>
                </a:cubicBezTo>
                <a:cubicBezTo>
                  <a:pt x="94545" y="112499"/>
                  <a:pt x="94545" y="112499"/>
                  <a:pt x="94545" y="112499"/>
                </a:cubicBezTo>
                <a:cubicBezTo>
                  <a:pt x="94545" y="113571"/>
                  <a:pt x="95454" y="113571"/>
                  <a:pt x="96363" y="113571"/>
                </a:cubicBezTo>
                <a:cubicBezTo>
                  <a:pt x="107272" y="113571"/>
                  <a:pt x="107272" y="113571"/>
                  <a:pt x="107272" y="113571"/>
                </a:cubicBezTo>
                <a:cubicBezTo>
                  <a:pt x="108181" y="113571"/>
                  <a:pt x="108181" y="113571"/>
                  <a:pt x="108181" y="112499"/>
                </a:cubicBezTo>
                <a:cubicBezTo>
                  <a:pt x="108181" y="82499"/>
                  <a:pt x="108181" y="82499"/>
                  <a:pt x="108181" y="82499"/>
                </a:cubicBezTo>
                <a:cubicBezTo>
                  <a:pt x="109090" y="81428"/>
                  <a:pt x="109090" y="81428"/>
                  <a:pt x="109090" y="81428"/>
                </a:cubicBezTo>
                <a:cubicBezTo>
                  <a:pt x="109090" y="81428"/>
                  <a:pt x="110000" y="81428"/>
                  <a:pt x="110000" y="81428"/>
                </a:cubicBezTo>
                <a:cubicBezTo>
                  <a:pt x="113636" y="63214"/>
                  <a:pt x="110000" y="52499"/>
                  <a:pt x="109090" y="48214"/>
                </a:cubicBez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Shape 1054"/>
          <p:cNvSpPr/>
          <p:nvPr/>
        </p:nvSpPr>
        <p:spPr>
          <a:xfrm>
            <a:off x="2948695" y="665336"/>
            <a:ext cx="588253" cy="61798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5755" y="46438"/>
                </a:moveTo>
                <a:lnTo>
                  <a:pt x="105755" y="42739"/>
                </a:lnTo>
                <a:lnTo>
                  <a:pt x="91510" y="42739"/>
                </a:lnTo>
                <a:lnTo>
                  <a:pt x="91510" y="46438"/>
                </a:lnTo>
                <a:lnTo>
                  <a:pt x="79424" y="46438"/>
                </a:lnTo>
                <a:lnTo>
                  <a:pt x="79424" y="5753"/>
                </a:lnTo>
                <a:lnTo>
                  <a:pt x="65179" y="5753"/>
                </a:lnTo>
                <a:lnTo>
                  <a:pt x="65179" y="0"/>
                </a:lnTo>
                <a:lnTo>
                  <a:pt x="50935" y="0"/>
                </a:lnTo>
                <a:lnTo>
                  <a:pt x="50935" y="5753"/>
                </a:lnTo>
                <a:lnTo>
                  <a:pt x="29352" y="5753"/>
                </a:lnTo>
                <a:lnTo>
                  <a:pt x="29352" y="0"/>
                </a:lnTo>
                <a:lnTo>
                  <a:pt x="15107" y="0"/>
                </a:lnTo>
                <a:lnTo>
                  <a:pt x="15107" y="5753"/>
                </a:lnTo>
                <a:lnTo>
                  <a:pt x="0" y="5753"/>
                </a:lnTo>
                <a:lnTo>
                  <a:pt x="0" y="119999"/>
                </a:lnTo>
                <a:lnTo>
                  <a:pt x="36690" y="119999"/>
                </a:lnTo>
                <a:lnTo>
                  <a:pt x="39712" y="119999"/>
                </a:lnTo>
                <a:lnTo>
                  <a:pt x="120000" y="119999"/>
                </a:lnTo>
                <a:lnTo>
                  <a:pt x="120000" y="46438"/>
                </a:lnTo>
                <a:lnTo>
                  <a:pt x="105755" y="46438"/>
                </a:lnTo>
                <a:close/>
                <a:moveTo>
                  <a:pt x="36690" y="46438"/>
                </a:moveTo>
                <a:lnTo>
                  <a:pt x="36690" y="115479"/>
                </a:lnTo>
                <a:lnTo>
                  <a:pt x="5179" y="115479"/>
                </a:lnTo>
                <a:lnTo>
                  <a:pt x="5179" y="10684"/>
                </a:lnTo>
                <a:lnTo>
                  <a:pt x="74244" y="10684"/>
                </a:lnTo>
                <a:lnTo>
                  <a:pt x="74244" y="46438"/>
                </a:lnTo>
                <a:lnTo>
                  <a:pt x="36690" y="46438"/>
                </a:lnTo>
                <a:close/>
                <a:moveTo>
                  <a:pt x="115251" y="115479"/>
                </a:moveTo>
                <a:lnTo>
                  <a:pt x="89784" y="115479"/>
                </a:lnTo>
                <a:lnTo>
                  <a:pt x="89784" y="100684"/>
                </a:lnTo>
                <a:lnTo>
                  <a:pt x="65179" y="100684"/>
                </a:lnTo>
                <a:lnTo>
                  <a:pt x="65179" y="115479"/>
                </a:lnTo>
                <a:lnTo>
                  <a:pt x="41870" y="115479"/>
                </a:lnTo>
                <a:lnTo>
                  <a:pt x="41870" y="51369"/>
                </a:lnTo>
                <a:lnTo>
                  <a:pt x="115251" y="51369"/>
                </a:lnTo>
                <a:lnTo>
                  <a:pt x="115251" y="115479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2" name="Shape 1055"/>
          <p:cNvSpPr/>
          <p:nvPr/>
        </p:nvSpPr>
        <p:spPr>
          <a:xfrm>
            <a:off x="3018527" y="769049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" name="Shape 1056"/>
          <p:cNvSpPr/>
          <p:nvPr/>
        </p:nvSpPr>
        <p:spPr>
          <a:xfrm>
            <a:off x="3113754" y="769049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Shape 1057"/>
          <p:cNvSpPr/>
          <p:nvPr/>
        </p:nvSpPr>
        <p:spPr>
          <a:xfrm>
            <a:off x="3213212" y="769049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5" name="Shape 1058"/>
          <p:cNvSpPr/>
          <p:nvPr/>
        </p:nvSpPr>
        <p:spPr>
          <a:xfrm>
            <a:off x="3018527" y="838898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" name="Shape 1059"/>
          <p:cNvSpPr/>
          <p:nvPr/>
        </p:nvSpPr>
        <p:spPr>
          <a:xfrm>
            <a:off x="3018527" y="904514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Shape 1060"/>
          <p:cNvSpPr/>
          <p:nvPr/>
        </p:nvSpPr>
        <p:spPr>
          <a:xfrm>
            <a:off x="3018527" y="974362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" name="Shape 1061"/>
          <p:cNvSpPr/>
          <p:nvPr/>
        </p:nvSpPr>
        <p:spPr>
          <a:xfrm>
            <a:off x="3018527" y="1039978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Shape 1062"/>
          <p:cNvSpPr/>
          <p:nvPr/>
        </p:nvSpPr>
        <p:spPr>
          <a:xfrm>
            <a:off x="3213212" y="1039978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Shape 1063"/>
          <p:cNvSpPr/>
          <p:nvPr/>
        </p:nvSpPr>
        <p:spPr>
          <a:xfrm>
            <a:off x="3304206" y="1039978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Shape 1064"/>
          <p:cNvSpPr/>
          <p:nvPr/>
        </p:nvSpPr>
        <p:spPr>
          <a:xfrm>
            <a:off x="3393084" y="1039978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" name="Shape 1065"/>
          <p:cNvSpPr/>
          <p:nvPr/>
        </p:nvSpPr>
        <p:spPr>
          <a:xfrm>
            <a:off x="3213212" y="1109825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" name="Shape 1066"/>
          <p:cNvSpPr/>
          <p:nvPr/>
        </p:nvSpPr>
        <p:spPr>
          <a:xfrm>
            <a:off x="3304206" y="1109825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Shape 1067"/>
          <p:cNvSpPr/>
          <p:nvPr/>
        </p:nvSpPr>
        <p:spPr>
          <a:xfrm>
            <a:off x="3393084" y="1109825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Shape 1068"/>
          <p:cNvSpPr/>
          <p:nvPr/>
        </p:nvSpPr>
        <p:spPr>
          <a:xfrm>
            <a:off x="3213212" y="974362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Shape 1069"/>
          <p:cNvSpPr/>
          <p:nvPr/>
        </p:nvSpPr>
        <p:spPr>
          <a:xfrm>
            <a:off x="3304206" y="974362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Shape 1070"/>
          <p:cNvSpPr/>
          <p:nvPr/>
        </p:nvSpPr>
        <p:spPr>
          <a:xfrm>
            <a:off x="3393084" y="974362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Shape 1071"/>
          <p:cNvSpPr/>
          <p:nvPr/>
        </p:nvSpPr>
        <p:spPr>
          <a:xfrm>
            <a:off x="3018527" y="1109825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" name="Shape 1072"/>
          <p:cNvSpPr/>
          <p:nvPr/>
        </p:nvSpPr>
        <p:spPr>
          <a:xfrm>
            <a:off x="3018527" y="1173324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" name="Shape 1073"/>
          <p:cNvSpPr/>
          <p:nvPr/>
        </p:nvSpPr>
        <p:spPr>
          <a:xfrm>
            <a:off x="3113754" y="838898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Shape 1074"/>
          <p:cNvSpPr/>
          <p:nvPr/>
        </p:nvSpPr>
        <p:spPr>
          <a:xfrm>
            <a:off x="3213212" y="838898"/>
            <a:ext cx="59185" cy="25199"/>
          </a:xfrm>
          <a:prstGeom prst="rect">
            <a:avLst/>
          </a:pr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" name="Shape 1075"/>
          <p:cNvSpPr/>
          <p:nvPr/>
        </p:nvSpPr>
        <p:spPr>
          <a:xfrm>
            <a:off x="5535771" y="683653"/>
            <a:ext cx="533400" cy="594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19159"/>
                </a:moveTo>
                <a:cubicBezTo>
                  <a:pt x="120000" y="13109"/>
                  <a:pt x="120000" y="13109"/>
                  <a:pt x="120000" y="13109"/>
                </a:cubicBezTo>
                <a:cubicBezTo>
                  <a:pt x="84112" y="13109"/>
                  <a:pt x="84112" y="13109"/>
                  <a:pt x="84112" y="13109"/>
                </a:cubicBezTo>
                <a:cubicBezTo>
                  <a:pt x="84112" y="6050"/>
                  <a:pt x="77383" y="0"/>
                  <a:pt x="69532" y="0"/>
                </a:cubicBezTo>
                <a:cubicBezTo>
                  <a:pt x="50467" y="0"/>
                  <a:pt x="50467" y="0"/>
                  <a:pt x="50467" y="0"/>
                </a:cubicBezTo>
                <a:cubicBezTo>
                  <a:pt x="42616" y="0"/>
                  <a:pt x="35887" y="6050"/>
                  <a:pt x="35887" y="13109"/>
                </a:cubicBezTo>
                <a:cubicBezTo>
                  <a:pt x="0" y="13109"/>
                  <a:pt x="0" y="13109"/>
                  <a:pt x="0" y="13109"/>
                </a:cubicBezTo>
                <a:cubicBezTo>
                  <a:pt x="0" y="19159"/>
                  <a:pt x="0" y="19159"/>
                  <a:pt x="0" y="19159"/>
                </a:cubicBezTo>
                <a:cubicBezTo>
                  <a:pt x="35887" y="19159"/>
                  <a:pt x="35887" y="19159"/>
                  <a:pt x="35887" y="19159"/>
                </a:cubicBezTo>
                <a:cubicBezTo>
                  <a:pt x="35887" y="25210"/>
                  <a:pt x="35887" y="25210"/>
                  <a:pt x="35887" y="25210"/>
                </a:cubicBezTo>
                <a:cubicBezTo>
                  <a:pt x="29158" y="27226"/>
                  <a:pt x="23551" y="33277"/>
                  <a:pt x="23551" y="40336"/>
                </a:cubicBezTo>
                <a:cubicBezTo>
                  <a:pt x="23551" y="80672"/>
                  <a:pt x="23551" y="80672"/>
                  <a:pt x="23551" y="80672"/>
                </a:cubicBezTo>
                <a:cubicBezTo>
                  <a:pt x="23551" y="87731"/>
                  <a:pt x="29158" y="93781"/>
                  <a:pt x="35887" y="94789"/>
                </a:cubicBezTo>
                <a:cubicBezTo>
                  <a:pt x="35887" y="102857"/>
                  <a:pt x="35887" y="102857"/>
                  <a:pt x="35887" y="102857"/>
                </a:cubicBezTo>
                <a:cubicBezTo>
                  <a:pt x="0" y="102857"/>
                  <a:pt x="0" y="102857"/>
                  <a:pt x="0" y="102857"/>
                </a:cubicBezTo>
                <a:cubicBezTo>
                  <a:pt x="0" y="107899"/>
                  <a:pt x="0" y="107899"/>
                  <a:pt x="0" y="107899"/>
                </a:cubicBezTo>
                <a:cubicBezTo>
                  <a:pt x="35887" y="107899"/>
                  <a:pt x="35887" y="107899"/>
                  <a:pt x="35887" y="107899"/>
                </a:cubicBezTo>
                <a:cubicBezTo>
                  <a:pt x="37009" y="114957"/>
                  <a:pt x="42616" y="120000"/>
                  <a:pt x="50467" y="120000"/>
                </a:cubicBezTo>
                <a:cubicBezTo>
                  <a:pt x="69532" y="120000"/>
                  <a:pt x="69532" y="120000"/>
                  <a:pt x="69532" y="120000"/>
                </a:cubicBezTo>
                <a:cubicBezTo>
                  <a:pt x="77383" y="120000"/>
                  <a:pt x="84112" y="114957"/>
                  <a:pt x="84112" y="107899"/>
                </a:cubicBezTo>
                <a:cubicBezTo>
                  <a:pt x="120000" y="107899"/>
                  <a:pt x="120000" y="107899"/>
                  <a:pt x="120000" y="107899"/>
                </a:cubicBezTo>
                <a:cubicBezTo>
                  <a:pt x="120000" y="102857"/>
                  <a:pt x="120000" y="102857"/>
                  <a:pt x="120000" y="102857"/>
                </a:cubicBezTo>
                <a:cubicBezTo>
                  <a:pt x="84112" y="102857"/>
                  <a:pt x="84112" y="102857"/>
                  <a:pt x="84112" y="102857"/>
                </a:cubicBezTo>
                <a:cubicBezTo>
                  <a:pt x="84112" y="94789"/>
                  <a:pt x="84112" y="94789"/>
                  <a:pt x="84112" y="94789"/>
                </a:cubicBezTo>
                <a:cubicBezTo>
                  <a:pt x="91962" y="93781"/>
                  <a:pt x="96448" y="87731"/>
                  <a:pt x="96448" y="80672"/>
                </a:cubicBezTo>
                <a:cubicBezTo>
                  <a:pt x="96448" y="57478"/>
                  <a:pt x="96448" y="57478"/>
                  <a:pt x="96448" y="57478"/>
                </a:cubicBezTo>
                <a:cubicBezTo>
                  <a:pt x="97570" y="57478"/>
                  <a:pt x="97570" y="57478"/>
                  <a:pt x="97570" y="57478"/>
                </a:cubicBezTo>
                <a:cubicBezTo>
                  <a:pt x="99813" y="57478"/>
                  <a:pt x="100934" y="55462"/>
                  <a:pt x="100934" y="53445"/>
                </a:cubicBezTo>
                <a:cubicBezTo>
                  <a:pt x="100934" y="45378"/>
                  <a:pt x="100934" y="45378"/>
                  <a:pt x="100934" y="45378"/>
                </a:cubicBezTo>
                <a:cubicBezTo>
                  <a:pt x="100934" y="43361"/>
                  <a:pt x="99813" y="41344"/>
                  <a:pt x="97570" y="41344"/>
                </a:cubicBezTo>
                <a:cubicBezTo>
                  <a:pt x="96448" y="41344"/>
                  <a:pt x="96448" y="41344"/>
                  <a:pt x="96448" y="41344"/>
                </a:cubicBezTo>
                <a:cubicBezTo>
                  <a:pt x="96448" y="40336"/>
                  <a:pt x="96448" y="40336"/>
                  <a:pt x="96448" y="40336"/>
                </a:cubicBezTo>
                <a:cubicBezTo>
                  <a:pt x="96448" y="33277"/>
                  <a:pt x="91962" y="27226"/>
                  <a:pt x="84112" y="25210"/>
                </a:cubicBezTo>
                <a:cubicBezTo>
                  <a:pt x="84112" y="19159"/>
                  <a:pt x="84112" y="19159"/>
                  <a:pt x="84112" y="19159"/>
                </a:cubicBezTo>
                <a:lnTo>
                  <a:pt x="120000" y="19159"/>
                </a:lnTo>
                <a:close/>
                <a:moveTo>
                  <a:pt x="41495" y="14117"/>
                </a:moveTo>
                <a:cubicBezTo>
                  <a:pt x="41495" y="9075"/>
                  <a:pt x="45981" y="6050"/>
                  <a:pt x="50467" y="6050"/>
                </a:cubicBezTo>
                <a:cubicBezTo>
                  <a:pt x="69532" y="6050"/>
                  <a:pt x="69532" y="6050"/>
                  <a:pt x="69532" y="6050"/>
                </a:cubicBezTo>
                <a:cubicBezTo>
                  <a:pt x="75140" y="6050"/>
                  <a:pt x="78504" y="9075"/>
                  <a:pt x="78504" y="14117"/>
                </a:cubicBezTo>
                <a:cubicBezTo>
                  <a:pt x="78504" y="24201"/>
                  <a:pt x="78504" y="24201"/>
                  <a:pt x="78504" y="24201"/>
                </a:cubicBezTo>
                <a:cubicBezTo>
                  <a:pt x="41495" y="24201"/>
                  <a:pt x="41495" y="24201"/>
                  <a:pt x="41495" y="24201"/>
                </a:cubicBezTo>
                <a:lnTo>
                  <a:pt x="41495" y="14117"/>
                </a:lnTo>
                <a:close/>
                <a:moveTo>
                  <a:pt x="78504" y="106890"/>
                </a:moveTo>
                <a:cubicBezTo>
                  <a:pt x="78504" y="110924"/>
                  <a:pt x="75140" y="114957"/>
                  <a:pt x="69532" y="114957"/>
                </a:cubicBezTo>
                <a:cubicBezTo>
                  <a:pt x="50467" y="114957"/>
                  <a:pt x="50467" y="114957"/>
                  <a:pt x="50467" y="114957"/>
                </a:cubicBezTo>
                <a:cubicBezTo>
                  <a:pt x="45981" y="114957"/>
                  <a:pt x="41495" y="110924"/>
                  <a:pt x="41495" y="106890"/>
                </a:cubicBezTo>
                <a:cubicBezTo>
                  <a:pt x="41495" y="95798"/>
                  <a:pt x="41495" y="95798"/>
                  <a:pt x="41495" y="95798"/>
                </a:cubicBezTo>
                <a:cubicBezTo>
                  <a:pt x="78504" y="95798"/>
                  <a:pt x="78504" y="95798"/>
                  <a:pt x="78504" y="95798"/>
                </a:cubicBezTo>
                <a:lnTo>
                  <a:pt x="78504" y="106890"/>
                </a:lnTo>
                <a:close/>
                <a:moveTo>
                  <a:pt x="90841" y="40336"/>
                </a:moveTo>
                <a:cubicBezTo>
                  <a:pt x="90841" y="80672"/>
                  <a:pt x="90841" y="80672"/>
                  <a:pt x="90841" y="80672"/>
                </a:cubicBezTo>
                <a:cubicBezTo>
                  <a:pt x="90841" y="85714"/>
                  <a:pt x="85233" y="90756"/>
                  <a:pt x="79626" y="90756"/>
                </a:cubicBezTo>
                <a:cubicBezTo>
                  <a:pt x="40373" y="90756"/>
                  <a:pt x="40373" y="90756"/>
                  <a:pt x="40373" y="90756"/>
                </a:cubicBezTo>
                <a:cubicBezTo>
                  <a:pt x="34766" y="90756"/>
                  <a:pt x="29158" y="85714"/>
                  <a:pt x="29158" y="80672"/>
                </a:cubicBezTo>
                <a:cubicBezTo>
                  <a:pt x="29158" y="40336"/>
                  <a:pt x="29158" y="40336"/>
                  <a:pt x="29158" y="40336"/>
                </a:cubicBezTo>
                <a:cubicBezTo>
                  <a:pt x="29158" y="34285"/>
                  <a:pt x="34766" y="30252"/>
                  <a:pt x="40373" y="30252"/>
                </a:cubicBezTo>
                <a:cubicBezTo>
                  <a:pt x="79626" y="30252"/>
                  <a:pt x="79626" y="30252"/>
                  <a:pt x="79626" y="30252"/>
                </a:cubicBezTo>
                <a:cubicBezTo>
                  <a:pt x="85233" y="30252"/>
                  <a:pt x="90841" y="34285"/>
                  <a:pt x="90841" y="40336"/>
                </a:cubicBezTo>
                <a:close/>
                <a:moveTo>
                  <a:pt x="39252" y="41344"/>
                </a:moveTo>
                <a:cubicBezTo>
                  <a:pt x="57196" y="41344"/>
                  <a:pt x="57196" y="41344"/>
                  <a:pt x="57196" y="41344"/>
                </a:cubicBezTo>
                <a:cubicBezTo>
                  <a:pt x="57196" y="57478"/>
                  <a:pt x="57196" y="57478"/>
                  <a:pt x="57196" y="57478"/>
                </a:cubicBezTo>
                <a:cubicBezTo>
                  <a:pt x="39252" y="57478"/>
                  <a:pt x="39252" y="57478"/>
                  <a:pt x="39252" y="57478"/>
                </a:cubicBezTo>
                <a:lnTo>
                  <a:pt x="39252" y="41344"/>
                </a:lnTo>
                <a:close/>
                <a:moveTo>
                  <a:pt x="62803" y="41344"/>
                </a:moveTo>
                <a:cubicBezTo>
                  <a:pt x="80747" y="41344"/>
                  <a:pt x="80747" y="41344"/>
                  <a:pt x="80747" y="41344"/>
                </a:cubicBezTo>
                <a:cubicBezTo>
                  <a:pt x="80747" y="57478"/>
                  <a:pt x="80747" y="57478"/>
                  <a:pt x="80747" y="57478"/>
                </a:cubicBezTo>
                <a:cubicBezTo>
                  <a:pt x="62803" y="57478"/>
                  <a:pt x="62803" y="57478"/>
                  <a:pt x="62803" y="57478"/>
                </a:cubicBezTo>
                <a:lnTo>
                  <a:pt x="62803" y="41344"/>
                </a:lnTo>
                <a:close/>
                <a:moveTo>
                  <a:pt x="39252" y="62521"/>
                </a:moveTo>
                <a:cubicBezTo>
                  <a:pt x="57196" y="62521"/>
                  <a:pt x="57196" y="62521"/>
                  <a:pt x="57196" y="62521"/>
                </a:cubicBezTo>
                <a:cubicBezTo>
                  <a:pt x="57196" y="78655"/>
                  <a:pt x="57196" y="78655"/>
                  <a:pt x="57196" y="78655"/>
                </a:cubicBezTo>
                <a:cubicBezTo>
                  <a:pt x="39252" y="78655"/>
                  <a:pt x="39252" y="78655"/>
                  <a:pt x="39252" y="78655"/>
                </a:cubicBezTo>
                <a:lnTo>
                  <a:pt x="39252" y="62521"/>
                </a:lnTo>
                <a:close/>
                <a:moveTo>
                  <a:pt x="62803" y="62521"/>
                </a:moveTo>
                <a:cubicBezTo>
                  <a:pt x="80747" y="62521"/>
                  <a:pt x="80747" y="62521"/>
                  <a:pt x="80747" y="62521"/>
                </a:cubicBezTo>
                <a:cubicBezTo>
                  <a:pt x="80747" y="78655"/>
                  <a:pt x="80747" y="78655"/>
                  <a:pt x="80747" y="78655"/>
                </a:cubicBezTo>
                <a:cubicBezTo>
                  <a:pt x="62803" y="78655"/>
                  <a:pt x="62803" y="78655"/>
                  <a:pt x="62803" y="78655"/>
                </a:cubicBezTo>
                <a:lnTo>
                  <a:pt x="62803" y="62521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Shape 1076"/>
          <p:cNvSpPr/>
          <p:nvPr/>
        </p:nvSpPr>
        <p:spPr>
          <a:xfrm>
            <a:off x="6739320" y="704773"/>
            <a:ext cx="658800" cy="552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1864" y="9696"/>
                </a:moveTo>
                <a:cubicBezTo>
                  <a:pt x="111864" y="15757"/>
                  <a:pt x="111864" y="15757"/>
                  <a:pt x="111864" y="15757"/>
                </a:cubicBezTo>
                <a:cubicBezTo>
                  <a:pt x="104745" y="15757"/>
                  <a:pt x="104745" y="15757"/>
                  <a:pt x="104745" y="15757"/>
                </a:cubicBezTo>
                <a:cubicBezTo>
                  <a:pt x="101694" y="12121"/>
                  <a:pt x="98644" y="8484"/>
                  <a:pt x="98644" y="8484"/>
                </a:cubicBezTo>
                <a:cubicBezTo>
                  <a:pt x="62033" y="0"/>
                  <a:pt x="62033" y="0"/>
                  <a:pt x="62033" y="0"/>
                </a:cubicBezTo>
                <a:cubicBezTo>
                  <a:pt x="60000" y="0"/>
                  <a:pt x="58983" y="0"/>
                  <a:pt x="57966" y="1212"/>
                </a:cubicBezTo>
                <a:cubicBezTo>
                  <a:pt x="45762" y="16969"/>
                  <a:pt x="45762" y="16969"/>
                  <a:pt x="45762" y="16969"/>
                </a:cubicBezTo>
                <a:cubicBezTo>
                  <a:pt x="8135" y="16969"/>
                  <a:pt x="8135" y="16969"/>
                  <a:pt x="8135" y="16969"/>
                </a:cubicBezTo>
                <a:cubicBezTo>
                  <a:pt x="8135" y="9696"/>
                  <a:pt x="8135" y="9696"/>
                  <a:pt x="8135" y="9696"/>
                </a:cubicBezTo>
                <a:cubicBezTo>
                  <a:pt x="0" y="9696"/>
                  <a:pt x="0" y="9696"/>
                  <a:pt x="0" y="9696"/>
                </a:cubicBezTo>
                <a:cubicBezTo>
                  <a:pt x="0" y="75151"/>
                  <a:pt x="0" y="75151"/>
                  <a:pt x="0" y="75151"/>
                </a:cubicBezTo>
                <a:cubicBezTo>
                  <a:pt x="8135" y="75151"/>
                  <a:pt x="8135" y="75151"/>
                  <a:pt x="8135" y="75151"/>
                </a:cubicBezTo>
                <a:cubicBezTo>
                  <a:pt x="8135" y="69090"/>
                  <a:pt x="8135" y="69090"/>
                  <a:pt x="8135" y="69090"/>
                </a:cubicBezTo>
                <a:cubicBezTo>
                  <a:pt x="12203" y="69090"/>
                  <a:pt x="12203" y="69090"/>
                  <a:pt x="12203" y="69090"/>
                </a:cubicBezTo>
                <a:cubicBezTo>
                  <a:pt x="12203" y="70303"/>
                  <a:pt x="13220" y="72727"/>
                  <a:pt x="14237" y="73939"/>
                </a:cubicBezTo>
                <a:cubicBezTo>
                  <a:pt x="17288" y="77575"/>
                  <a:pt x="21355" y="77575"/>
                  <a:pt x="23389" y="75151"/>
                </a:cubicBezTo>
                <a:cubicBezTo>
                  <a:pt x="23389" y="73939"/>
                  <a:pt x="23389" y="73939"/>
                  <a:pt x="23389" y="73939"/>
                </a:cubicBezTo>
                <a:cubicBezTo>
                  <a:pt x="25423" y="76363"/>
                  <a:pt x="25423" y="76363"/>
                  <a:pt x="25423" y="76363"/>
                </a:cubicBezTo>
                <a:cubicBezTo>
                  <a:pt x="24406" y="77575"/>
                  <a:pt x="24406" y="77575"/>
                  <a:pt x="24406" y="77575"/>
                </a:cubicBezTo>
                <a:cubicBezTo>
                  <a:pt x="21355" y="81212"/>
                  <a:pt x="21355" y="86060"/>
                  <a:pt x="24406" y="88484"/>
                </a:cubicBezTo>
                <a:cubicBezTo>
                  <a:pt x="26440" y="92121"/>
                  <a:pt x="30508" y="92121"/>
                  <a:pt x="33559" y="89696"/>
                </a:cubicBezTo>
                <a:cubicBezTo>
                  <a:pt x="34576" y="87272"/>
                  <a:pt x="34576" y="87272"/>
                  <a:pt x="34576" y="87272"/>
                </a:cubicBezTo>
                <a:cubicBezTo>
                  <a:pt x="36610" y="89696"/>
                  <a:pt x="36610" y="89696"/>
                  <a:pt x="36610" y="89696"/>
                </a:cubicBezTo>
                <a:cubicBezTo>
                  <a:pt x="35593" y="92121"/>
                  <a:pt x="35593" y="92121"/>
                  <a:pt x="35593" y="92121"/>
                </a:cubicBezTo>
                <a:cubicBezTo>
                  <a:pt x="32542" y="94545"/>
                  <a:pt x="32542" y="99393"/>
                  <a:pt x="35593" y="103030"/>
                </a:cubicBezTo>
                <a:cubicBezTo>
                  <a:pt x="37627" y="105454"/>
                  <a:pt x="41694" y="106666"/>
                  <a:pt x="44745" y="103030"/>
                </a:cubicBezTo>
                <a:cubicBezTo>
                  <a:pt x="45762" y="100606"/>
                  <a:pt x="45762" y="100606"/>
                  <a:pt x="45762" y="100606"/>
                </a:cubicBezTo>
                <a:cubicBezTo>
                  <a:pt x="47796" y="103030"/>
                  <a:pt x="47796" y="103030"/>
                  <a:pt x="47796" y="103030"/>
                </a:cubicBezTo>
                <a:cubicBezTo>
                  <a:pt x="45762" y="104242"/>
                  <a:pt x="45762" y="104242"/>
                  <a:pt x="45762" y="104242"/>
                </a:cubicBezTo>
                <a:cubicBezTo>
                  <a:pt x="43728" y="107878"/>
                  <a:pt x="42711" y="112727"/>
                  <a:pt x="45762" y="115151"/>
                </a:cubicBezTo>
                <a:cubicBezTo>
                  <a:pt x="47796" y="118787"/>
                  <a:pt x="51864" y="118787"/>
                  <a:pt x="54915" y="116363"/>
                </a:cubicBezTo>
                <a:cubicBezTo>
                  <a:pt x="56949" y="112727"/>
                  <a:pt x="56949" y="112727"/>
                  <a:pt x="56949" y="112727"/>
                </a:cubicBezTo>
                <a:cubicBezTo>
                  <a:pt x="60000" y="116363"/>
                  <a:pt x="60000" y="116363"/>
                  <a:pt x="60000" y="116363"/>
                </a:cubicBezTo>
                <a:cubicBezTo>
                  <a:pt x="61016" y="118787"/>
                  <a:pt x="63050" y="119999"/>
                  <a:pt x="66101" y="119999"/>
                </a:cubicBezTo>
                <a:cubicBezTo>
                  <a:pt x="68135" y="119999"/>
                  <a:pt x="70169" y="118787"/>
                  <a:pt x="71186" y="116363"/>
                </a:cubicBezTo>
                <a:cubicBezTo>
                  <a:pt x="73220" y="115151"/>
                  <a:pt x="74237" y="112727"/>
                  <a:pt x="74237" y="110303"/>
                </a:cubicBezTo>
                <a:cubicBezTo>
                  <a:pt x="74237" y="109090"/>
                  <a:pt x="74237" y="107878"/>
                  <a:pt x="73220" y="106666"/>
                </a:cubicBezTo>
                <a:cubicBezTo>
                  <a:pt x="76271" y="107878"/>
                  <a:pt x="80338" y="107878"/>
                  <a:pt x="83389" y="104242"/>
                </a:cubicBezTo>
                <a:cubicBezTo>
                  <a:pt x="85423" y="101818"/>
                  <a:pt x="86440" y="96969"/>
                  <a:pt x="84406" y="92121"/>
                </a:cubicBezTo>
                <a:cubicBezTo>
                  <a:pt x="87457" y="94545"/>
                  <a:pt x="91525" y="93333"/>
                  <a:pt x="93559" y="90909"/>
                </a:cubicBezTo>
                <a:cubicBezTo>
                  <a:pt x="96610" y="87272"/>
                  <a:pt x="96610" y="83636"/>
                  <a:pt x="95593" y="78787"/>
                </a:cubicBezTo>
                <a:cubicBezTo>
                  <a:pt x="96610" y="80000"/>
                  <a:pt x="97627" y="80000"/>
                  <a:pt x="99661" y="80000"/>
                </a:cubicBezTo>
                <a:cubicBezTo>
                  <a:pt x="101694" y="80000"/>
                  <a:pt x="103728" y="78787"/>
                  <a:pt x="104745" y="77575"/>
                </a:cubicBezTo>
                <a:cubicBezTo>
                  <a:pt x="106779" y="76363"/>
                  <a:pt x="107796" y="73939"/>
                  <a:pt x="107796" y="70303"/>
                </a:cubicBezTo>
                <a:cubicBezTo>
                  <a:pt x="107796" y="69090"/>
                  <a:pt x="106779" y="67878"/>
                  <a:pt x="106779" y="66666"/>
                </a:cubicBezTo>
                <a:cubicBezTo>
                  <a:pt x="111864" y="66666"/>
                  <a:pt x="111864" y="66666"/>
                  <a:pt x="111864" y="66666"/>
                </a:cubicBezTo>
                <a:cubicBezTo>
                  <a:pt x="111864" y="75151"/>
                  <a:pt x="111864" y="75151"/>
                  <a:pt x="111864" y="75151"/>
                </a:cubicBezTo>
                <a:cubicBezTo>
                  <a:pt x="120000" y="75151"/>
                  <a:pt x="120000" y="75151"/>
                  <a:pt x="120000" y="75151"/>
                </a:cubicBezTo>
                <a:cubicBezTo>
                  <a:pt x="120000" y="9696"/>
                  <a:pt x="120000" y="9696"/>
                  <a:pt x="120000" y="9696"/>
                </a:cubicBezTo>
                <a:lnTo>
                  <a:pt x="111864" y="9696"/>
                </a:lnTo>
                <a:close/>
                <a:moveTo>
                  <a:pt x="102711" y="73939"/>
                </a:moveTo>
                <a:cubicBezTo>
                  <a:pt x="100677" y="76363"/>
                  <a:pt x="97627" y="76363"/>
                  <a:pt x="95593" y="73939"/>
                </a:cubicBezTo>
                <a:cubicBezTo>
                  <a:pt x="93559" y="71515"/>
                  <a:pt x="93559" y="71515"/>
                  <a:pt x="93559" y="71515"/>
                </a:cubicBezTo>
                <a:cubicBezTo>
                  <a:pt x="89491" y="77575"/>
                  <a:pt x="89491" y="77575"/>
                  <a:pt x="89491" y="77575"/>
                </a:cubicBezTo>
                <a:cubicBezTo>
                  <a:pt x="91525" y="80000"/>
                  <a:pt x="91525" y="80000"/>
                  <a:pt x="91525" y="80000"/>
                </a:cubicBezTo>
                <a:cubicBezTo>
                  <a:pt x="93559" y="82424"/>
                  <a:pt x="93559" y="86060"/>
                  <a:pt x="91525" y="87272"/>
                </a:cubicBezTo>
                <a:cubicBezTo>
                  <a:pt x="89491" y="89696"/>
                  <a:pt x="86440" y="89696"/>
                  <a:pt x="84406" y="87272"/>
                </a:cubicBezTo>
                <a:cubicBezTo>
                  <a:pt x="82372" y="84848"/>
                  <a:pt x="82372" y="84848"/>
                  <a:pt x="82372" y="84848"/>
                </a:cubicBezTo>
                <a:cubicBezTo>
                  <a:pt x="78305" y="90909"/>
                  <a:pt x="78305" y="90909"/>
                  <a:pt x="78305" y="90909"/>
                </a:cubicBezTo>
                <a:cubicBezTo>
                  <a:pt x="80338" y="93333"/>
                  <a:pt x="80338" y="93333"/>
                  <a:pt x="80338" y="93333"/>
                </a:cubicBezTo>
                <a:cubicBezTo>
                  <a:pt x="82372" y="95757"/>
                  <a:pt x="82372" y="99393"/>
                  <a:pt x="80338" y="101818"/>
                </a:cubicBezTo>
                <a:cubicBezTo>
                  <a:pt x="78305" y="103030"/>
                  <a:pt x="75254" y="103030"/>
                  <a:pt x="74237" y="101818"/>
                </a:cubicBezTo>
                <a:cubicBezTo>
                  <a:pt x="72203" y="98181"/>
                  <a:pt x="72203" y="98181"/>
                  <a:pt x="72203" y="98181"/>
                </a:cubicBezTo>
                <a:cubicBezTo>
                  <a:pt x="67118" y="104242"/>
                  <a:pt x="67118" y="104242"/>
                  <a:pt x="67118" y="104242"/>
                </a:cubicBezTo>
                <a:cubicBezTo>
                  <a:pt x="69152" y="105454"/>
                  <a:pt x="69152" y="105454"/>
                  <a:pt x="69152" y="105454"/>
                </a:cubicBezTo>
                <a:cubicBezTo>
                  <a:pt x="70169" y="106666"/>
                  <a:pt x="70169" y="107878"/>
                  <a:pt x="70169" y="110303"/>
                </a:cubicBezTo>
                <a:cubicBezTo>
                  <a:pt x="70169" y="111515"/>
                  <a:pt x="70169" y="112727"/>
                  <a:pt x="69152" y="113939"/>
                </a:cubicBezTo>
                <a:cubicBezTo>
                  <a:pt x="67118" y="116363"/>
                  <a:pt x="64067" y="116363"/>
                  <a:pt x="62033" y="113939"/>
                </a:cubicBezTo>
                <a:cubicBezTo>
                  <a:pt x="60000" y="110303"/>
                  <a:pt x="60000" y="110303"/>
                  <a:pt x="60000" y="110303"/>
                </a:cubicBezTo>
                <a:cubicBezTo>
                  <a:pt x="60000" y="110303"/>
                  <a:pt x="60000" y="110303"/>
                  <a:pt x="60000" y="110303"/>
                </a:cubicBezTo>
                <a:cubicBezTo>
                  <a:pt x="62033" y="106666"/>
                  <a:pt x="62033" y="101818"/>
                  <a:pt x="60000" y="99393"/>
                </a:cubicBezTo>
                <a:cubicBezTo>
                  <a:pt x="57966" y="95757"/>
                  <a:pt x="53898" y="95757"/>
                  <a:pt x="50847" y="99393"/>
                </a:cubicBezTo>
                <a:cubicBezTo>
                  <a:pt x="49830" y="99393"/>
                  <a:pt x="49830" y="99393"/>
                  <a:pt x="49830" y="99393"/>
                </a:cubicBezTo>
                <a:cubicBezTo>
                  <a:pt x="48813" y="98181"/>
                  <a:pt x="48813" y="98181"/>
                  <a:pt x="48813" y="98181"/>
                </a:cubicBezTo>
                <a:cubicBezTo>
                  <a:pt x="52881" y="92121"/>
                  <a:pt x="52881" y="92121"/>
                  <a:pt x="52881" y="92121"/>
                </a:cubicBezTo>
                <a:cubicBezTo>
                  <a:pt x="55932" y="89696"/>
                  <a:pt x="55932" y="84848"/>
                  <a:pt x="53898" y="81212"/>
                </a:cubicBezTo>
                <a:cubicBezTo>
                  <a:pt x="50847" y="78787"/>
                  <a:pt x="46779" y="77575"/>
                  <a:pt x="44745" y="81212"/>
                </a:cubicBezTo>
                <a:cubicBezTo>
                  <a:pt x="39661" y="87272"/>
                  <a:pt x="39661" y="87272"/>
                  <a:pt x="39661" y="87272"/>
                </a:cubicBezTo>
                <a:cubicBezTo>
                  <a:pt x="37627" y="84848"/>
                  <a:pt x="37627" y="84848"/>
                  <a:pt x="37627" y="84848"/>
                </a:cubicBezTo>
                <a:cubicBezTo>
                  <a:pt x="44745" y="75151"/>
                  <a:pt x="44745" y="75151"/>
                  <a:pt x="44745" y="75151"/>
                </a:cubicBezTo>
                <a:cubicBezTo>
                  <a:pt x="47796" y="72727"/>
                  <a:pt x="47796" y="67878"/>
                  <a:pt x="44745" y="64242"/>
                </a:cubicBezTo>
                <a:cubicBezTo>
                  <a:pt x="42711" y="61818"/>
                  <a:pt x="38644" y="61818"/>
                  <a:pt x="35593" y="64242"/>
                </a:cubicBezTo>
                <a:cubicBezTo>
                  <a:pt x="28474" y="73939"/>
                  <a:pt x="28474" y="73939"/>
                  <a:pt x="28474" y="73939"/>
                </a:cubicBezTo>
                <a:cubicBezTo>
                  <a:pt x="26440" y="71515"/>
                  <a:pt x="26440" y="71515"/>
                  <a:pt x="26440" y="71515"/>
                </a:cubicBezTo>
                <a:cubicBezTo>
                  <a:pt x="34576" y="60606"/>
                  <a:pt x="34576" y="60606"/>
                  <a:pt x="34576" y="60606"/>
                </a:cubicBezTo>
                <a:cubicBezTo>
                  <a:pt x="37627" y="58181"/>
                  <a:pt x="37627" y="53333"/>
                  <a:pt x="35593" y="49696"/>
                </a:cubicBezTo>
                <a:cubicBezTo>
                  <a:pt x="32542" y="47272"/>
                  <a:pt x="28474" y="47272"/>
                  <a:pt x="26440" y="49696"/>
                </a:cubicBezTo>
                <a:cubicBezTo>
                  <a:pt x="14237" y="63030"/>
                  <a:pt x="14237" y="63030"/>
                  <a:pt x="14237" y="63030"/>
                </a:cubicBezTo>
                <a:cubicBezTo>
                  <a:pt x="14237" y="64242"/>
                  <a:pt x="14237" y="64242"/>
                  <a:pt x="14237" y="64242"/>
                </a:cubicBezTo>
                <a:cubicBezTo>
                  <a:pt x="8135" y="64242"/>
                  <a:pt x="8135" y="64242"/>
                  <a:pt x="8135" y="64242"/>
                </a:cubicBezTo>
                <a:cubicBezTo>
                  <a:pt x="8135" y="21818"/>
                  <a:pt x="8135" y="21818"/>
                  <a:pt x="8135" y="21818"/>
                </a:cubicBezTo>
                <a:cubicBezTo>
                  <a:pt x="42711" y="21818"/>
                  <a:pt x="42711" y="21818"/>
                  <a:pt x="42711" y="21818"/>
                </a:cubicBezTo>
                <a:cubicBezTo>
                  <a:pt x="37627" y="29090"/>
                  <a:pt x="37627" y="29090"/>
                  <a:pt x="37627" y="29090"/>
                </a:cubicBezTo>
                <a:cubicBezTo>
                  <a:pt x="37627" y="29090"/>
                  <a:pt x="35593" y="33939"/>
                  <a:pt x="42711" y="36363"/>
                </a:cubicBezTo>
                <a:cubicBezTo>
                  <a:pt x="48813" y="38787"/>
                  <a:pt x="57966" y="26666"/>
                  <a:pt x="57966" y="26666"/>
                </a:cubicBezTo>
                <a:cubicBezTo>
                  <a:pt x="60000" y="21818"/>
                  <a:pt x="60000" y="21818"/>
                  <a:pt x="60000" y="21818"/>
                </a:cubicBezTo>
                <a:cubicBezTo>
                  <a:pt x="63050" y="21818"/>
                  <a:pt x="63050" y="21818"/>
                  <a:pt x="63050" y="21818"/>
                </a:cubicBezTo>
                <a:cubicBezTo>
                  <a:pt x="102711" y="66666"/>
                  <a:pt x="102711" y="66666"/>
                  <a:pt x="102711" y="66666"/>
                </a:cubicBezTo>
                <a:cubicBezTo>
                  <a:pt x="104745" y="69090"/>
                  <a:pt x="104745" y="72727"/>
                  <a:pt x="102711" y="73939"/>
                </a:cubicBezTo>
                <a:close/>
              </a:path>
            </a:pathLst>
          </a:custGeom>
          <a:solidFill>
            <a:srgbClr val="00A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D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5" name="Group 1064"/>
          <p:cNvGrpSpPr/>
          <p:nvPr/>
        </p:nvGrpSpPr>
        <p:grpSpPr>
          <a:xfrm>
            <a:off x="605688" y="2926937"/>
            <a:ext cx="212700" cy="315552"/>
            <a:chOff x="1093586" y="1780986"/>
            <a:chExt cx="212700" cy="315552"/>
          </a:xfrm>
        </p:grpSpPr>
        <p:grpSp>
          <p:nvGrpSpPr>
            <p:cNvPr id="117" name="Shape 1078"/>
            <p:cNvGrpSpPr/>
            <p:nvPr/>
          </p:nvGrpSpPr>
          <p:grpSpPr>
            <a:xfrm>
              <a:off x="1093586" y="1888626"/>
              <a:ext cx="212700" cy="207912"/>
              <a:chOff x="8947150" y="1677988"/>
              <a:chExt cx="212700" cy="207912"/>
            </a:xfrm>
          </p:grpSpPr>
          <p:sp>
            <p:nvSpPr>
              <p:cNvPr id="119" name="Shape 1079"/>
              <p:cNvSpPr/>
              <p:nvPr/>
            </p:nvSpPr>
            <p:spPr>
              <a:xfrm>
                <a:off x="8980488" y="1677988"/>
                <a:ext cx="146100" cy="84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692" y="0"/>
                    </a:moveTo>
                    <a:cubicBezTo>
                      <a:pt x="113846" y="0"/>
                      <a:pt x="120000" y="10909"/>
                      <a:pt x="120000" y="27272"/>
                    </a:cubicBezTo>
                    <a:cubicBezTo>
                      <a:pt x="120000" y="81818"/>
                      <a:pt x="120000" y="81818"/>
                      <a:pt x="120000" y="81818"/>
                    </a:cubicBezTo>
                    <a:cubicBezTo>
                      <a:pt x="120000" y="92727"/>
                      <a:pt x="116923" y="103636"/>
                      <a:pt x="110769" y="103636"/>
                    </a:cubicBezTo>
                    <a:cubicBezTo>
                      <a:pt x="76923" y="120000"/>
                      <a:pt x="46153" y="120000"/>
                      <a:pt x="12307" y="103636"/>
                    </a:cubicBezTo>
                    <a:cubicBezTo>
                      <a:pt x="6153" y="103636"/>
                      <a:pt x="0" y="92727"/>
                      <a:pt x="0" y="81818"/>
                    </a:cubicBezTo>
                    <a:cubicBezTo>
                      <a:pt x="0" y="27272"/>
                      <a:pt x="0" y="27272"/>
                      <a:pt x="0" y="27272"/>
                    </a:cubicBezTo>
                    <a:cubicBezTo>
                      <a:pt x="0" y="10909"/>
                      <a:pt x="6153" y="0"/>
                      <a:pt x="15384" y="0"/>
                    </a:cubicBezTo>
                    <a:lnTo>
                      <a:pt x="107692" y="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Shape 1080"/>
              <p:cNvSpPr/>
              <p:nvPr/>
            </p:nvSpPr>
            <p:spPr>
              <a:xfrm>
                <a:off x="8947150" y="1765300"/>
                <a:ext cx="212700" cy="1206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8421" y="120000"/>
                    </a:moveTo>
                    <a:cubicBezTo>
                      <a:pt x="18947" y="120000"/>
                      <a:pt x="18947" y="120000"/>
                      <a:pt x="18947" y="120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44210" y="33750"/>
                      <a:pt x="77894" y="33750"/>
                      <a:pt x="109473" y="15000"/>
                    </a:cubicBezTo>
                    <a:cubicBezTo>
                      <a:pt x="109473" y="18750"/>
                      <a:pt x="109473" y="18750"/>
                      <a:pt x="109473" y="18750"/>
                    </a:cubicBezTo>
                    <a:cubicBezTo>
                      <a:pt x="103157" y="120000"/>
                      <a:pt x="103157" y="120000"/>
                      <a:pt x="103157" y="120000"/>
                    </a:cubicBezTo>
                    <a:cubicBezTo>
                      <a:pt x="111578" y="120000"/>
                      <a:pt x="111578" y="120000"/>
                      <a:pt x="111578" y="120000"/>
                    </a:cubicBezTo>
                    <a:cubicBezTo>
                      <a:pt x="119999" y="18750"/>
                      <a:pt x="119999" y="18750"/>
                      <a:pt x="119999" y="18750"/>
                    </a:cubicBezTo>
                    <a:cubicBezTo>
                      <a:pt x="119999" y="15000"/>
                      <a:pt x="119999" y="11250"/>
                      <a:pt x="117894" y="7500"/>
                    </a:cubicBezTo>
                    <a:cubicBezTo>
                      <a:pt x="113684" y="0"/>
                      <a:pt x="109473" y="0"/>
                      <a:pt x="107368" y="0"/>
                    </a:cubicBezTo>
                    <a:cubicBezTo>
                      <a:pt x="75789" y="18750"/>
                      <a:pt x="44210" y="18750"/>
                      <a:pt x="14736" y="0"/>
                    </a:cubicBezTo>
                    <a:cubicBezTo>
                      <a:pt x="10526" y="0"/>
                      <a:pt x="6315" y="0"/>
                      <a:pt x="4210" y="7500"/>
                    </a:cubicBezTo>
                    <a:cubicBezTo>
                      <a:pt x="2105" y="11250"/>
                      <a:pt x="0" y="15000"/>
                      <a:pt x="2105" y="18750"/>
                    </a:cubicBezTo>
                    <a:lnTo>
                      <a:pt x="8421" y="12000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8" name="Shape 1081"/>
            <p:cNvCxnSpPr/>
            <p:nvPr/>
          </p:nvCxnSpPr>
          <p:spPr>
            <a:xfrm>
              <a:off x="1196598" y="1780986"/>
              <a:ext cx="0" cy="137100"/>
            </a:xfrm>
            <a:prstGeom prst="straightConnector1">
              <a:avLst/>
            </a:prstGeom>
            <a:noFill/>
            <a:ln w="25400" cap="flat" cmpd="sng">
              <a:solidFill>
                <a:srgbClr val="323031"/>
              </a:solidFill>
              <a:prstDash val="solid"/>
              <a:miter lim="8000"/>
              <a:headEnd type="none" w="med" len="med"/>
              <a:tailEnd type="none" w="med" len="med"/>
            </a:ln>
          </p:spPr>
        </p:cxnSp>
      </p:grpSp>
      <p:grpSp>
        <p:nvGrpSpPr>
          <p:cNvPr id="1064" name="Group 1063"/>
          <p:cNvGrpSpPr/>
          <p:nvPr/>
        </p:nvGrpSpPr>
        <p:grpSpPr>
          <a:xfrm>
            <a:off x="3078298" y="2007418"/>
            <a:ext cx="212700" cy="315552"/>
            <a:chOff x="3064985" y="1780986"/>
            <a:chExt cx="212700" cy="315552"/>
          </a:xfrm>
        </p:grpSpPr>
        <p:grpSp>
          <p:nvGrpSpPr>
            <p:cNvPr id="113" name="Shape 1083"/>
            <p:cNvGrpSpPr/>
            <p:nvPr/>
          </p:nvGrpSpPr>
          <p:grpSpPr>
            <a:xfrm>
              <a:off x="3064985" y="1888626"/>
              <a:ext cx="212700" cy="207912"/>
              <a:chOff x="8947150" y="1677988"/>
              <a:chExt cx="212700" cy="207912"/>
            </a:xfrm>
          </p:grpSpPr>
          <p:sp>
            <p:nvSpPr>
              <p:cNvPr id="115" name="Shape 1084"/>
              <p:cNvSpPr/>
              <p:nvPr/>
            </p:nvSpPr>
            <p:spPr>
              <a:xfrm>
                <a:off x="8980488" y="1677988"/>
                <a:ext cx="146100" cy="84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692" y="0"/>
                    </a:moveTo>
                    <a:cubicBezTo>
                      <a:pt x="113846" y="0"/>
                      <a:pt x="120000" y="10909"/>
                      <a:pt x="120000" y="27272"/>
                    </a:cubicBezTo>
                    <a:cubicBezTo>
                      <a:pt x="120000" y="81818"/>
                      <a:pt x="120000" y="81818"/>
                      <a:pt x="120000" y="81818"/>
                    </a:cubicBezTo>
                    <a:cubicBezTo>
                      <a:pt x="120000" y="92727"/>
                      <a:pt x="116923" y="103636"/>
                      <a:pt x="110769" y="103636"/>
                    </a:cubicBezTo>
                    <a:cubicBezTo>
                      <a:pt x="76923" y="120000"/>
                      <a:pt x="46153" y="120000"/>
                      <a:pt x="12307" y="103636"/>
                    </a:cubicBezTo>
                    <a:cubicBezTo>
                      <a:pt x="6153" y="103636"/>
                      <a:pt x="0" y="92727"/>
                      <a:pt x="0" y="81818"/>
                    </a:cubicBezTo>
                    <a:cubicBezTo>
                      <a:pt x="0" y="27272"/>
                      <a:pt x="0" y="27272"/>
                      <a:pt x="0" y="27272"/>
                    </a:cubicBezTo>
                    <a:cubicBezTo>
                      <a:pt x="0" y="10909"/>
                      <a:pt x="6153" y="0"/>
                      <a:pt x="15384" y="0"/>
                    </a:cubicBezTo>
                    <a:lnTo>
                      <a:pt x="107692" y="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Shape 1085"/>
              <p:cNvSpPr/>
              <p:nvPr/>
            </p:nvSpPr>
            <p:spPr>
              <a:xfrm>
                <a:off x="8947150" y="1765300"/>
                <a:ext cx="212700" cy="1206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8421" y="120000"/>
                    </a:moveTo>
                    <a:cubicBezTo>
                      <a:pt x="18947" y="120000"/>
                      <a:pt x="18947" y="120000"/>
                      <a:pt x="18947" y="120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44210" y="33750"/>
                      <a:pt x="77894" y="33750"/>
                      <a:pt x="109473" y="15000"/>
                    </a:cubicBezTo>
                    <a:cubicBezTo>
                      <a:pt x="109473" y="18750"/>
                      <a:pt x="109473" y="18750"/>
                      <a:pt x="109473" y="18750"/>
                    </a:cubicBezTo>
                    <a:cubicBezTo>
                      <a:pt x="103157" y="120000"/>
                      <a:pt x="103157" y="120000"/>
                      <a:pt x="103157" y="120000"/>
                    </a:cubicBezTo>
                    <a:cubicBezTo>
                      <a:pt x="111578" y="120000"/>
                      <a:pt x="111578" y="120000"/>
                      <a:pt x="111578" y="120000"/>
                    </a:cubicBezTo>
                    <a:cubicBezTo>
                      <a:pt x="119999" y="18750"/>
                      <a:pt x="119999" y="18750"/>
                      <a:pt x="119999" y="18750"/>
                    </a:cubicBezTo>
                    <a:cubicBezTo>
                      <a:pt x="119999" y="15000"/>
                      <a:pt x="119999" y="11250"/>
                      <a:pt x="117894" y="7500"/>
                    </a:cubicBezTo>
                    <a:cubicBezTo>
                      <a:pt x="113684" y="0"/>
                      <a:pt x="109473" y="0"/>
                      <a:pt x="107368" y="0"/>
                    </a:cubicBezTo>
                    <a:cubicBezTo>
                      <a:pt x="75789" y="18750"/>
                      <a:pt x="44210" y="18750"/>
                      <a:pt x="14736" y="0"/>
                    </a:cubicBezTo>
                    <a:cubicBezTo>
                      <a:pt x="10526" y="0"/>
                      <a:pt x="6315" y="0"/>
                      <a:pt x="4210" y="7500"/>
                    </a:cubicBezTo>
                    <a:cubicBezTo>
                      <a:pt x="2105" y="11250"/>
                      <a:pt x="0" y="15000"/>
                      <a:pt x="2105" y="18750"/>
                    </a:cubicBezTo>
                    <a:lnTo>
                      <a:pt x="8421" y="12000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4" name="Shape 1086"/>
            <p:cNvCxnSpPr/>
            <p:nvPr/>
          </p:nvCxnSpPr>
          <p:spPr>
            <a:xfrm>
              <a:off x="3167997" y="1780986"/>
              <a:ext cx="0" cy="137100"/>
            </a:xfrm>
            <a:prstGeom prst="straightConnector1">
              <a:avLst/>
            </a:prstGeom>
            <a:noFill/>
            <a:ln w="25400" cap="flat" cmpd="sng">
              <a:solidFill>
                <a:srgbClr val="323031"/>
              </a:solidFill>
              <a:prstDash val="solid"/>
              <a:miter lim="8000"/>
              <a:headEnd type="none" w="med" len="med"/>
              <a:tailEnd type="none" w="med" len="med"/>
            </a:ln>
          </p:spPr>
        </p:cxnSp>
      </p:grpSp>
      <p:grpSp>
        <p:nvGrpSpPr>
          <p:cNvPr id="1063" name="Group 1062"/>
          <p:cNvGrpSpPr/>
          <p:nvPr/>
        </p:nvGrpSpPr>
        <p:grpSpPr>
          <a:xfrm>
            <a:off x="5049697" y="2007418"/>
            <a:ext cx="212700" cy="315552"/>
            <a:chOff x="5036384" y="1780986"/>
            <a:chExt cx="212700" cy="315552"/>
          </a:xfrm>
        </p:grpSpPr>
        <p:grpSp>
          <p:nvGrpSpPr>
            <p:cNvPr id="109" name="Shape 1088"/>
            <p:cNvGrpSpPr/>
            <p:nvPr/>
          </p:nvGrpSpPr>
          <p:grpSpPr>
            <a:xfrm>
              <a:off x="5036384" y="1888626"/>
              <a:ext cx="212700" cy="207912"/>
              <a:chOff x="8947150" y="1677988"/>
              <a:chExt cx="212700" cy="207912"/>
            </a:xfrm>
          </p:grpSpPr>
          <p:sp>
            <p:nvSpPr>
              <p:cNvPr id="111" name="Shape 1089"/>
              <p:cNvSpPr/>
              <p:nvPr/>
            </p:nvSpPr>
            <p:spPr>
              <a:xfrm>
                <a:off x="8980488" y="1677988"/>
                <a:ext cx="146100" cy="84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692" y="0"/>
                    </a:moveTo>
                    <a:cubicBezTo>
                      <a:pt x="113846" y="0"/>
                      <a:pt x="120000" y="10909"/>
                      <a:pt x="120000" y="27272"/>
                    </a:cubicBezTo>
                    <a:cubicBezTo>
                      <a:pt x="120000" y="81818"/>
                      <a:pt x="120000" y="81818"/>
                      <a:pt x="120000" y="81818"/>
                    </a:cubicBezTo>
                    <a:cubicBezTo>
                      <a:pt x="120000" y="92727"/>
                      <a:pt x="116923" y="103636"/>
                      <a:pt x="110769" y="103636"/>
                    </a:cubicBezTo>
                    <a:cubicBezTo>
                      <a:pt x="76923" y="120000"/>
                      <a:pt x="46153" y="120000"/>
                      <a:pt x="12307" y="103636"/>
                    </a:cubicBezTo>
                    <a:cubicBezTo>
                      <a:pt x="6153" y="103636"/>
                      <a:pt x="0" y="92727"/>
                      <a:pt x="0" y="81818"/>
                    </a:cubicBezTo>
                    <a:cubicBezTo>
                      <a:pt x="0" y="27272"/>
                      <a:pt x="0" y="27272"/>
                      <a:pt x="0" y="27272"/>
                    </a:cubicBezTo>
                    <a:cubicBezTo>
                      <a:pt x="0" y="10909"/>
                      <a:pt x="6153" y="0"/>
                      <a:pt x="15384" y="0"/>
                    </a:cubicBezTo>
                    <a:lnTo>
                      <a:pt x="107692" y="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Shape 1090"/>
              <p:cNvSpPr/>
              <p:nvPr/>
            </p:nvSpPr>
            <p:spPr>
              <a:xfrm>
                <a:off x="8947150" y="1765300"/>
                <a:ext cx="212700" cy="1206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8421" y="120000"/>
                    </a:moveTo>
                    <a:cubicBezTo>
                      <a:pt x="18947" y="120000"/>
                      <a:pt x="18947" y="120000"/>
                      <a:pt x="18947" y="120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44210" y="33750"/>
                      <a:pt x="77894" y="33750"/>
                      <a:pt x="109473" y="15000"/>
                    </a:cubicBezTo>
                    <a:cubicBezTo>
                      <a:pt x="109473" y="18750"/>
                      <a:pt x="109473" y="18750"/>
                      <a:pt x="109473" y="18750"/>
                    </a:cubicBezTo>
                    <a:cubicBezTo>
                      <a:pt x="103157" y="120000"/>
                      <a:pt x="103157" y="120000"/>
                      <a:pt x="103157" y="120000"/>
                    </a:cubicBezTo>
                    <a:cubicBezTo>
                      <a:pt x="111578" y="120000"/>
                      <a:pt x="111578" y="120000"/>
                      <a:pt x="111578" y="120000"/>
                    </a:cubicBezTo>
                    <a:cubicBezTo>
                      <a:pt x="119999" y="18750"/>
                      <a:pt x="119999" y="18750"/>
                      <a:pt x="119999" y="18750"/>
                    </a:cubicBezTo>
                    <a:cubicBezTo>
                      <a:pt x="119999" y="15000"/>
                      <a:pt x="119999" y="11250"/>
                      <a:pt x="117894" y="7500"/>
                    </a:cubicBezTo>
                    <a:cubicBezTo>
                      <a:pt x="113684" y="0"/>
                      <a:pt x="109473" y="0"/>
                      <a:pt x="107368" y="0"/>
                    </a:cubicBezTo>
                    <a:cubicBezTo>
                      <a:pt x="75789" y="18750"/>
                      <a:pt x="44210" y="18750"/>
                      <a:pt x="14736" y="0"/>
                    </a:cubicBezTo>
                    <a:cubicBezTo>
                      <a:pt x="10526" y="0"/>
                      <a:pt x="6315" y="0"/>
                      <a:pt x="4210" y="7500"/>
                    </a:cubicBezTo>
                    <a:cubicBezTo>
                      <a:pt x="2105" y="11250"/>
                      <a:pt x="0" y="15000"/>
                      <a:pt x="2105" y="18750"/>
                    </a:cubicBezTo>
                    <a:lnTo>
                      <a:pt x="8421" y="12000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0" name="Shape 1091"/>
            <p:cNvCxnSpPr/>
            <p:nvPr/>
          </p:nvCxnSpPr>
          <p:spPr>
            <a:xfrm>
              <a:off x="5139396" y="1780986"/>
              <a:ext cx="0" cy="137100"/>
            </a:xfrm>
            <a:prstGeom prst="straightConnector1">
              <a:avLst/>
            </a:prstGeom>
            <a:noFill/>
            <a:ln w="25400" cap="flat" cmpd="sng">
              <a:solidFill>
                <a:srgbClr val="323031"/>
              </a:solidFill>
              <a:prstDash val="solid"/>
              <a:miter lim="8000"/>
              <a:headEnd type="none" w="med" len="med"/>
              <a:tailEnd type="none" w="med" len="med"/>
            </a:ln>
          </p:spPr>
        </p:cxnSp>
      </p:grpSp>
      <p:grpSp>
        <p:nvGrpSpPr>
          <p:cNvPr id="1062" name="Group 1061"/>
          <p:cNvGrpSpPr/>
          <p:nvPr/>
        </p:nvGrpSpPr>
        <p:grpSpPr>
          <a:xfrm>
            <a:off x="7021096" y="2007418"/>
            <a:ext cx="212700" cy="315552"/>
            <a:chOff x="7007783" y="1780986"/>
            <a:chExt cx="212700" cy="315552"/>
          </a:xfrm>
        </p:grpSpPr>
        <p:grpSp>
          <p:nvGrpSpPr>
            <p:cNvPr id="105" name="Shape 1093"/>
            <p:cNvGrpSpPr/>
            <p:nvPr/>
          </p:nvGrpSpPr>
          <p:grpSpPr>
            <a:xfrm>
              <a:off x="7007783" y="1888626"/>
              <a:ext cx="212700" cy="207912"/>
              <a:chOff x="8947150" y="1677988"/>
              <a:chExt cx="212700" cy="207912"/>
            </a:xfrm>
          </p:grpSpPr>
          <p:sp>
            <p:nvSpPr>
              <p:cNvPr id="107" name="Shape 1094"/>
              <p:cNvSpPr/>
              <p:nvPr/>
            </p:nvSpPr>
            <p:spPr>
              <a:xfrm>
                <a:off x="8980488" y="1677988"/>
                <a:ext cx="146100" cy="84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692" y="0"/>
                    </a:moveTo>
                    <a:cubicBezTo>
                      <a:pt x="113846" y="0"/>
                      <a:pt x="120000" y="10909"/>
                      <a:pt x="120000" y="27272"/>
                    </a:cubicBezTo>
                    <a:cubicBezTo>
                      <a:pt x="120000" y="81818"/>
                      <a:pt x="120000" y="81818"/>
                      <a:pt x="120000" y="81818"/>
                    </a:cubicBezTo>
                    <a:cubicBezTo>
                      <a:pt x="120000" y="92727"/>
                      <a:pt x="116923" y="103636"/>
                      <a:pt x="110769" y="103636"/>
                    </a:cubicBezTo>
                    <a:cubicBezTo>
                      <a:pt x="76923" y="120000"/>
                      <a:pt x="46153" y="120000"/>
                      <a:pt x="12307" y="103636"/>
                    </a:cubicBezTo>
                    <a:cubicBezTo>
                      <a:pt x="6153" y="103636"/>
                      <a:pt x="0" y="92727"/>
                      <a:pt x="0" y="81818"/>
                    </a:cubicBezTo>
                    <a:cubicBezTo>
                      <a:pt x="0" y="27272"/>
                      <a:pt x="0" y="27272"/>
                      <a:pt x="0" y="27272"/>
                    </a:cubicBezTo>
                    <a:cubicBezTo>
                      <a:pt x="0" y="10909"/>
                      <a:pt x="6153" y="0"/>
                      <a:pt x="15384" y="0"/>
                    </a:cubicBezTo>
                    <a:lnTo>
                      <a:pt x="107692" y="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Shape 1095"/>
              <p:cNvSpPr/>
              <p:nvPr/>
            </p:nvSpPr>
            <p:spPr>
              <a:xfrm>
                <a:off x="8947150" y="1765300"/>
                <a:ext cx="212700" cy="1206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8421" y="120000"/>
                    </a:moveTo>
                    <a:cubicBezTo>
                      <a:pt x="18947" y="120000"/>
                      <a:pt x="18947" y="120000"/>
                      <a:pt x="18947" y="120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44210" y="33750"/>
                      <a:pt x="77894" y="33750"/>
                      <a:pt x="109473" y="15000"/>
                    </a:cubicBezTo>
                    <a:cubicBezTo>
                      <a:pt x="109473" y="18750"/>
                      <a:pt x="109473" y="18750"/>
                      <a:pt x="109473" y="18750"/>
                    </a:cubicBezTo>
                    <a:cubicBezTo>
                      <a:pt x="103157" y="120000"/>
                      <a:pt x="103157" y="120000"/>
                      <a:pt x="103157" y="120000"/>
                    </a:cubicBezTo>
                    <a:cubicBezTo>
                      <a:pt x="111578" y="120000"/>
                      <a:pt x="111578" y="120000"/>
                      <a:pt x="111578" y="120000"/>
                    </a:cubicBezTo>
                    <a:cubicBezTo>
                      <a:pt x="119999" y="18750"/>
                      <a:pt x="119999" y="18750"/>
                      <a:pt x="119999" y="18750"/>
                    </a:cubicBezTo>
                    <a:cubicBezTo>
                      <a:pt x="119999" y="15000"/>
                      <a:pt x="119999" y="11250"/>
                      <a:pt x="117894" y="7500"/>
                    </a:cubicBezTo>
                    <a:cubicBezTo>
                      <a:pt x="113684" y="0"/>
                      <a:pt x="109473" y="0"/>
                      <a:pt x="107368" y="0"/>
                    </a:cubicBezTo>
                    <a:cubicBezTo>
                      <a:pt x="75789" y="18750"/>
                      <a:pt x="44210" y="18750"/>
                      <a:pt x="14736" y="0"/>
                    </a:cubicBezTo>
                    <a:cubicBezTo>
                      <a:pt x="10526" y="0"/>
                      <a:pt x="6315" y="0"/>
                      <a:pt x="4210" y="7500"/>
                    </a:cubicBezTo>
                    <a:cubicBezTo>
                      <a:pt x="2105" y="11250"/>
                      <a:pt x="0" y="15000"/>
                      <a:pt x="2105" y="18750"/>
                    </a:cubicBezTo>
                    <a:lnTo>
                      <a:pt x="8421" y="12000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6" name="Shape 1096"/>
            <p:cNvCxnSpPr/>
            <p:nvPr/>
          </p:nvCxnSpPr>
          <p:spPr>
            <a:xfrm>
              <a:off x="7110795" y="1780986"/>
              <a:ext cx="0" cy="137100"/>
            </a:xfrm>
            <a:prstGeom prst="straightConnector1">
              <a:avLst/>
            </a:prstGeom>
            <a:noFill/>
            <a:ln w="25400" cap="flat" cmpd="sng">
              <a:solidFill>
                <a:srgbClr val="323031"/>
              </a:solidFill>
              <a:prstDash val="solid"/>
              <a:miter lim="8000"/>
              <a:headEnd type="none" w="med" len="med"/>
              <a:tailEnd type="none" w="med" len="med"/>
            </a:ln>
          </p:spPr>
        </p:cxnSp>
      </p:grpSp>
      <p:grpSp>
        <p:nvGrpSpPr>
          <p:cNvPr id="1060" name="Group 1059"/>
          <p:cNvGrpSpPr/>
          <p:nvPr/>
        </p:nvGrpSpPr>
        <p:grpSpPr>
          <a:xfrm>
            <a:off x="4275974" y="2958077"/>
            <a:ext cx="212700" cy="315552"/>
            <a:chOff x="4275974" y="2958077"/>
            <a:chExt cx="212700" cy="315552"/>
          </a:xfrm>
        </p:grpSpPr>
        <p:grpSp>
          <p:nvGrpSpPr>
            <p:cNvPr id="93" name="Shape 1108"/>
            <p:cNvGrpSpPr/>
            <p:nvPr/>
          </p:nvGrpSpPr>
          <p:grpSpPr>
            <a:xfrm>
              <a:off x="4275974" y="3065717"/>
              <a:ext cx="212700" cy="207912"/>
              <a:chOff x="8947150" y="1677988"/>
              <a:chExt cx="212700" cy="207912"/>
            </a:xfrm>
          </p:grpSpPr>
          <p:sp>
            <p:nvSpPr>
              <p:cNvPr id="95" name="Shape 1109"/>
              <p:cNvSpPr/>
              <p:nvPr/>
            </p:nvSpPr>
            <p:spPr>
              <a:xfrm>
                <a:off x="8980488" y="1677988"/>
                <a:ext cx="146100" cy="84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692" y="0"/>
                    </a:moveTo>
                    <a:cubicBezTo>
                      <a:pt x="113846" y="0"/>
                      <a:pt x="120000" y="10909"/>
                      <a:pt x="120000" y="27272"/>
                    </a:cubicBezTo>
                    <a:cubicBezTo>
                      <a:pt x="120000" y="81818"/>
                      <a:pt x="120000" y="81818"/>
                      <a:pt x="120000" y="81818"/>
                    </a:cubicBezTo>
                    <a:cubicBezTo>
                      <a:pt x="120000" y="92727"/>
                      <a:pt x="116923" y="103636"/>
                      <a:pt x="110769" y="103636"/>
                    </a:cubicBezTo>
                    <a:cubicBezTo>
                      <a:pt x="76923" y="120000"/>
                      <a:pt x="46153" y="120000"/>
                      <a:pt x="12307" y="103636"/>
                    </a:cubicBezTo>
                    <a:cubicBezTo>
                      <a:pt x="6153" y="103636"/>
                      <a:pt x="0" y="92727"/>
                      <a:pt x="0" y="81818"/>
                    </a:cubicBezTo>
                    <a:cubicBezTo>
                      <a:pt x="0" y="27272"/>
                      <a:pt x="0" y="27272"/>
                      <a:pt x="0" y="27272"/>
                    </a:cubicBezTo>
                    <a:cubicBezTo>
                      <a:pt x="0" y="10909"/>
                      <a:pt x="6153" y="0"/>
                      <a:pt x="15384" y="0"/>
                    </a:cubicBezTo>
                    <a:lnTo>
                      <a:pt x="107692" y="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Shape 1110"/>
              <p:cNvSpPr/>
              <p:nvPr/>
            </p:nvSpPr>
            <p:spPr>
              <a:xfrm>
                <a:off x="8947150" y="1765300"/>
                <a:ext cx="212700" cy="1206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8421" y="120000"/>
                    </a:moveTo>
                    <a:cubicBezTo>
                      <a:pt x="18947" y="120000"/>
                      <a:pt x="18947" y="120000"/>
                      <a:pt x="18947" y="120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44210" y="33750"/>
                      <a:pt x="77894" y="33750"/>
                      <a:pt x="109473" y="15000"/>
                    </a:cubicBezTo>
                    <a:cubicBezTo>
                      <a:pt x="109473" y="18750"/>
                      <a:pt x="109473" y="18750"/>
                      <a:pt x="109473" y="18750"/>
                    </a:cubicBezTo>
                    <a:cubicBezTo>
                      <a:pt x="103157" y="120000"/>
                      <a:pt x="103157" y="120000"/>
                      <a:pt x="103157" y="120000"/>
                    </a:cubicBezTo>
                    <a:cubicBezTo>
                      <a:pt x="111578" y="120000"/>
                      <a:pt x="111578" y="120000"/>
                      <a:pt x="111578" y="120000"/>
                    </a:cubicBezTo>
                    <a:cubicBezTo>
                      <a:pt x="119999" y="18750"/>
                      <a:pt x="119999" y="18750"/>
                      <a:pt x="119999" y="18750"/>
                    </a:cubicBezTo>
                    <a:cubicBezTo>
                      <a:pt x="119999" y="15000"/>
                      <a:pt x="119999" y="11250"/>
                      <a:pt x="117894" y="7500"/>
                    </a:cubicBezTo>
                    <a:cubicBezTo>
                      <a:pt x="113684" y="0"/>
                      <a:pt x="109473" y="0"/>
                      <a:pt x="107368" y="0"/>
                    </a:cubicBezTo>
                    <a:cubicBezTo>
                      <a:pt x="75789" y="18750"/>
                      <a:pt x="44210" y="18750"/>
                      <a:pt x="14736" y="0"/>
                    </a:cubicBezTo>
                    <a:cubicBezTo>
                      <a:pt x="10526" y="0"/>
                      <a:pt x="6315" y="0"/>
                      <a:pt x="4210" y="7500"/>
                    </a:cubicBezTo>
                    <a:cubicBezTo>
                      <a:pt x="2105" y="11250"/>
                      <a:pt x="0" y="15000"/>
                      <a:pt x="2105" y="18750"/>
                    </a:cubicBezTo>
                    <a:lnTo>
                      <a:pt x="8421" y="12000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4" name="Shape 1111"/>
            <p:cNvCxnSpPr/>
            <p:nvPr/>
          </p:nvCxnSpPr>
          <p:spPr>
            <a:xfrm>
              <a:off x="4378986" y="2958077"/>
              <a:ext cx="0" cy="137100"/>
            </a:xfrm>
            <a:prstGeom prst="straightConnector1">
              <a:avLst/>
            </a:prstGeom>
            <a:noFill/>
            <a:ln w="25400" cap="flat" cmpd="sng">
              <a:solidFill>
                <a:srgbClr val="323031"/>
              </a:solidFill>
              <a:prstDash val="solid"/>
              <a:miter lim="8000"/>
              <a:headEnd type="none" w="med" len="med"/>
              <a:tailEnd type="none" w="med" len="med"/>
            </a:ln>
          </p:spPr>
        </p:cxnSp>
      </p:grpSp>
      <p:grpSp>
        <p:nvGrpSpPr>
          <p:cNvPr id="1059" name="Group 1058"/>
          <p:cNvGrpSpPr/>
          <p:nvPr/>
        </p:nvGrpSpPr>
        <p:grpSpPr>
          <a:xfrm>
            <a:off x="5853093" y="2958077"/>
            <a:ext cx="212700" cy="315552"/>
            <a:chOff x="5853093" y="2958077"/>
            <a:chExt cx="212700" cy="315552"/>
          </a:xfrm>
        </p:grpSpPr>
        <p:grpSp>
          <p:nvGrpSpPr>
            <p:cNvPr id="89" name="Shape 1113"/>
            <p:cNvGrpSpPr/>
            <p:nvPr/>
          </p:nvGrpSpPr>
          <p:grpSpPr>
            <a:xfrm>
              <a:off x="5853093" y="3065717"/>
              <a:ext cx="212700" cy="207912"/>
              <a:chOff x="8947150" y="1677988"/>
              <a:chExt cx="212700" cy="207912"/>
            </a:xfrm>
          </p:grpSpPr>
          <p:sp>
            <p:nvSpPr>
              <p:cNvPr id="91" name="Shape 1114"/>
              <p:cNvSpPr/>
              <p:nvPr/>
            </p:nvSpPr>
            <p:spPr>
              <a:xfrm>
                <a:off x="8980488" y="1677988"/>
                <a:ext cx="146100" cy="84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692" y="0"/>
                    </a:moveTo>
                    <a:cubicBezTo>
                      <a:pt x="113846" y="0"/>
                      <a:pt x="120000" y="10909"/>
                      <a:pt x="120000" y="27272"/>
                    </a:cubicBezTo>
                    <a:cubicBezTo>
                      <a:pt x="120000" y="81818"/>
                      <a:pt x="120000" y="81818"/>
                      <a:pt x="120000" y="81818"/>
                    </a:cubicBezTo>
                    <a:cubicBezTo>
                      <a:pt x="120000" y="92727"/>
                      <a:pt x="116923" y="103636"/>
                      <a:pt x="110769" y="103636"/>
                    </a:cubicBezTo>
                    <a:cubicBezTo>
                      <a:pt x="76923" y="120000"/>
                      <a:pt x="46153" y="120000"/>
                      <a:pt x="12307" y="103636"/>
                    </a:cubicBezTo>
                    <a:cubicBezTo>
                      <a:pt x="6153" y="103636"/>
                      <a:pt x="0" y="92727"/>
                      <a:pt x="0" y="81818"/>
                    </a:cubicBezTo>
                    <a:cubicBezTo>
                      <a:pt x="0" y="27272"/>
                      <a:pt x="0" y="27272"/>
                      <a:pt x="0" y="27272"/>
                    </a:cubicBezTo>
                    <a:cubicBezTo>
                      <a:pt x="0" y="10909"/>
                      <a:pt x="6153" y="0"/>
                      <a:pt x="15384" y="0"/>
                    </a:cubicBezTo>
                    <a:lnTo>
                      <a:pt x="107692" y="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Shape 1115"/>
              <p:cNvSpPr/>
              <p:nvPr/>
            </p:nvSpPr>
            <p:spPr>
              <a:xfrm>
                <a:off x="8947150" y="1765300"/>
                <a:ext cx="212700" cy="1206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8421" y="120000"/>
                    </a:moveTo>
                    <a:cubicBezTo>
                      <a:pt x="18947" y="120000"/>
                      <a:pt x="18947" y="120000"/>
                      <a:pt x="18947" y="120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44210" y="33750"/>
                      <a:pt x="77894" y="33750"/>
                      <a:pt x="109473" y="15000"/>
                    </a:cubicBezTo>
                    <a:cubicBezTo>
                      <a:pt x="109473" y="18750"/>
                      <a:pt x="109473" y="18750"/>
                      <a:pt x="109473" y="18750"/>
                    </a:cubicBezTo>
                    <a:cubicBezTo>
                      <a:pt x="103157" y="120000"/>
                      <a:pt x="103157" y="120000"/>
                      <a:pt x="103157" y="120000"/>
                    </a:cubicBezTo>
                    <a:cubicBezTo>
                      <a:pt x="111578" y="120000"/>
                      <a:pt x="111578" y="120000"/>
                      <a:pt x="111578" y="120000"/>
                    </a:cubicBezTo>
                    <a:cubicBezTo>
                      <a:pt x="119999" y="18750"/>
                      <a:pt x="119999" y="18750"/>
                      <a:pt x="119999" y="18750"/>
                    </a:cubicBezTo>
                    <a:cubicBezTo>
                      <a:pt x="119999" y="15000"/>
                      <a:pt x="119999" y="11250"/>
                      <a:pt x="117894" y="7500"/>
                    </a:cubicBezTo>
                    <a:cubicBezTo>
                      <a:pt x="113684" y="0"/>
                      <a:pt x="109473" y="0"/>
                      <a:pt x="107368" y="0"/>
                    </a:cubicBezTo>
                    <a:cubicBezTo>
                      <a:pt x="75789" y="18750"/>
                      <a:pt x="44210" y="18750"/>
                      <a:pt x="14736" y="0"/>
                    </a:cubicBezTo>
                    <a:cubicBezTo>
                      <a:pt x="10526" y="0"/>
                      <a:pt x="6315" y="0"/>
                      <a:pt x="4210" y="7500"/>
                    </a:cubicBezTo>
                    <a:cubicBezTo>
                      <a:pt x="2105" y="11250"/>
                      <a:pt x="0" y="15000"/>
                      <a:pt x="2105" y="18750"/>
                    </a:cubicBezTo>
                    <a:lnTo>
                      <a:pt x="8421" y="12000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0" name="Shape 1116"/>
            <p:cNvCxnSpPr/>
            <p:nvPr/>
          </p:nvCxnSpPr>
          <p:spPr>
            <a:xfrm>
              <a:off x="5956105" y="2958077"/>
              <a:ext cx="0" cy="137100"/>
            </a:xfrm>
            <a:prstGeom prst="straightConnector1">
              <a:avLst/>
            </a:prstGeom>
            <a:noFill/>
            <a:ln w="25400" cap="flat" cmpd="sng">
              <a:solidFill>
                <a:srgbClr val="323031"/>
              </a:solidFill>
              <a:prstDash val="solid"/>
              <a:miter lim="8000"/>
              <a:headEnd type="none" w="med" len="med"/>
              <a:tailEnd type="none" w="med" len="med"/>
            </a:ln>
          </p:spPr>
        </p:cxnSp>
      </p:grpSp>
      <p:grpSp>
        <p:nvGrpSpPr>
          <p:cNvPr id="1058" name="Group 1057"/>
          <p:cNvGrpSpPr/>
          <p:nvPr/>
        </p:nvGrpSpPr>
        <p:grpSpPr>
          <a:xfrm>
            <a:off x="7430212" y="2958077"/>
            <a:ext cx="212700" cy="315552"/>
            <a:chOff x="7430212" y="2958077"/>
            <a:chExt cx="212700" cy="315552"/>
          </a:xfrm>
        </p:grpSpPr>
        <p:grpSp>
          <p:nvGrpSpPr>
            <p:cNvPr id="85" name="Shape 1118"/>
            <p:cNvGrpSpPr/>
            <p:nvPr/>
          </p:nvGrpSpPr>
          <p:grpSpPr>
            <a:xfrm>
              <a:off x="7430212" y="3065717"/>
              <a:ext cx="212700" cy="207912"/>
              <a:chOff x="8947150" y="1677988"/>
              <a:chExt cx="212700" cy="207912"/>
            </a:xfrm>
          </p:grpSpPr>
          <p:sp>
            <p:nvSpPr>
              <p:cNvPr id="87" name="Shape 1119"/>
              <p:cNvSpPr/>
              <p:nvPr/>
            </p:nvSpPr>
            <p:spPr>
              <a:xfrm>
                <a:off x="8980488" y="1677988"/>
                <a:ext cx="146100" cy="84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692" y="0"/>
                    </a:moveTo>
                    <a:cubicBezTo>
                      <a:pt x="113846" y="0"/>
                      <a:pt x="120000" y="10909"/>
                      <a:pt x="120000" y="27272"/>
                    </a:cubicBezTo>
                    <a:cubicBezTo>
                      <a:pt x="120000" y="81818"/>
                      <a:pt x="120000" y="81818"/>
                      <a:pt x="120000" y="81818"/>
                    </a:cubicBezTo>
                    <a:cubicBezTo>
                      <a:pt x="120000" y="92727"/>
                      <a:pt x="116923" y="103636"/>
                      <a:pt x="110769" y="103636"/>
                    </a:cubicBezTo>
                    <a:cubicBezTo>
                      <a:pt x="76923" y="120000"/>
                      <a:pt x="46153" y="120000"/>
                      <a:pt x="12307" y="103636"/>
                    </a:cubicBezTo>
                    <a:cubicBezTo>
                      <a:pt x="6153" y="103636"/>
                      <a:pt x="0" y="92727"/>
                      <a:pt x="0" y="81818"/>
                    </a:cubicBezTo>
                    <a:cubicBezTo>
                      <a:pt x="0" y="27272"/>
                      <a:pt x="0" y="27272"/>
                      <a:pt x="0" y="27272"/>
                    </a:cubicBezTo>
                    <a:cubicBezTo>
                      <a:pt x="0" y="10909"/>
                      <a:pt x="6153" y="0"/>
                      <a:pt x="15384" y="0"/>
                    </a:cubicBezTo>
                    <a:lnTo>
                      <a:pt x="107692" y="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Shape 1120"/>
              <p:cNvSpPr/>
              <p:nvPr/>
            </p:nvSpPr>
            <p:spPr>
              <a:xfrm>
                <a:off x="8947150" y="1765300"/>
                <a:ext cx="212700" cy="1206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8421" y="120000"/>
                    </a:moveTo>
                    <a:cubicBezTo>
                      <a:pt x="18947" y="120000"/>
                      <a:pt x="18947" y="120000"/>
                      <a:pt x="18947" y="120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44210" y="33750"/>
                      <a:pt x="77894" y="33750"/>
                      <a:pt x="109473" y="15000"/>
                    </a:cubicBezTo>
                    <a:cubicBezTo>
                      <a:pt x="109473" y="18750"/>
                      <a:pt x="109473" y="18750"/>
                      <a:pt x="109473" y="18750"/>
                    </a:cubicBezTo>
                    <a:cubicBezTo>
                      <a:pt x="103157" y="120000"/>
                      <a:pt x="103157" y="120000"/>
                      <a:pt x="103157" y="120000"/>
                    </a:cubicBezTo>
                    <a:cubicBezTo>
                      <a:pt x="111578" y="120000"/>
                      <a:pt x="111578" y="120000"/>
                      <a:pt x="111578" y="120000"/>
                    </a:cubicBezTo>
                    <a:cubicBezTo>
                      <a:pt x="119999" y="18750"/>
                      <a:pt x="119999" y="18750"/>
                      <a:pt x="119999" y="18750"/>
                    </a:cubicBezTo>
                    <a:cubicBezTo>
                      <a:pt x="119999" y="15000"/>
                      <a:pt x="119999" y="11250"/>
                      <a:pt x="117894" y="7500"/>
                    </a:cubicBezTo>
                    <a:cubicBezTo>
                      <a:pt x="113684" y="0"/>
                      <a:pt x="109473" y="0"/>
                      <a:pt x="107368" y="0"/>
                    </a:cubicBezTo>
                    <a:cubicBezTo>
                      <a:pt x="75789" y="18750"/>
                      <a:pt x="44210" y="18750"/>
                      <a:pt x="14736" y="0"/>
                    </a:cubicBezTo>
                    <a:cubicBezTo>
                      <a:pt x="10526" y="0"/>
                      <a:pt x="6315" y="0"/>
                      <a:pt x="4210" y="7500"/>
                    </a:cubicBezTo>
                    <a:cubicBezTo>
                      <a:pt x="2105" y="11250"/>
                      <a:pt x="0" y="15000"/>
                      <a:pt x="2105" y="18750"/>
                    </a:cubicBezTo>
                    <a:lnTo>
                      <a:pt x="8421" y="12000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6" name="Shape 1121"/>
            <p:cNvCxnSpPr/>
            <p:nvPr/>
          </p:nvCxnSpPr>
          <p:spPr>
            <a:xfrm>
              <a:off x="7533224" y="2958077"/>
              <a:ext cx="0" cy="137100"/>
            </a:xfrm>
            <a:prstGeom prst="straightConnector1">
              <a:avLst/>
            </a:prstGeom>
            <a:noFill/>
            <a:ln w="25400" cap="flat" cmpd="sng">
              <a:solidFill>
                <a:srgbClr val="323031"/>
              </a:solidFill>
              <a:prstDash val="solid"/>
              <a:miter lim="8000"/>
              <a:headEnd type="none" w="med" len="med"/>
              <a:tailEnd type="none" w="med" len="med"/>
            </a:ln>
          </p:spPr>
        </p:cxnSp>
      </p:grpSp>
      <p:grpSp>
        <p:nvGrpSpPr>
          <p:cNvPr id="1057" name="Group 1056"/>
          <p:cNvGrpSpPr/>
          <p:nvPr/>
        </p:nvGrpSpPr>
        <p:grpSpPr>
          <a:xfrm>
            <a:off x="2698855" y="2958077"/>
            <a:ext cx="212700" cy="315552"/>
            <a:chOff x="2698855" y="2958077"/>
            <a:chExt cx="212700" cy="315552"/>
          </a:xfrm>
        </p:grpSpPr>
        <p:grpSp>
          <p:nvGrpSpPr>
            <p:cNvPr id="77" name="Shape 1128"/>
            <p:cNvGrpSpPr/>
            <p:nvPr/>
          </p:nvGrpSpPr>
          <p:grpSpPr>
            <a:xfrm>
              <a:off x="2698855" y="3065717"/>
              <a:ext cx="212700" cy="207912"/>
              <a:chOff x="8947150" y="1677988"/>
              <a:chExt cx="212700" cy="207912"/>
            </a:xfrm>
          </p:grpSpPr>
          <p:sp>
            <p:nvSpPr>
              <p:cNvPr id="79" name="Shape 1129"/>
              <p:cNvSpPr/>
              <p:nvPr/>
            </p:nvSpPr>
            <p:spPr>
              <a:xfrm>
                <a:off x="8980488" y="1677988"/>
                <a:ext cx="146100" cy="84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692" y="0"/>
                    </a:moveTo>
                    <a:cubicBezTo>
                      <a:pt x="113846" y="0"/>
                      <a:pt x="120000" y="10909"/>
                      <a:pt x="120000" y="27272"/>
                    </a:cubicBezTo>
                    <a:cubicBezTo>
                      <a:pt x="120000" y="81818"/>
                      <a:pt x="120000" y="81818"/>
                      <a:pt x="120000" y="81818"/>
                    </a:cubicBezTo>
                    <a:cubicBezTo>
                      <a:pt x="120000" y="92727"/>
                      <a:pt x="116923" y="103636"/>
                      <a:pt x="110769" y="103636"/>
                    </a:cubicBezTo>
                    <a:cubicBezTo>
                      <a:pt x="76923" y="120000"/>
                      <a:pt x="46153" y="120000"/>
                      <a:pt x="12307" y="103636"/>
                    </a:cubicBezTo>
                    <a:cubicBezTo>
                      <a:pt x="6153" y="103636"/>
                      <a:pt x="0" y="92727"/>
                      <a:pt x="0" y="81818"/>
                    </a:cubicBezTo>
                    <a:cubicBezTo>
                      <a:pt x="0" y="27272"/>
                      <a:pt x="0" y="27272"/>
                      <a:pt x="0" y="27272"/>
                    </a:cubicBezTo>
                    <a:cubicBezTo>
                      <a:pt x="0" y="10909"/>
                      <a:pt x="6153" y="0"/>
                      <a:pt x="15384" y="0"/>
                    </a:cubicBezTo>
                    <a:lnTo>
                      <a:pt x="107692" y="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Shape 1130"/>
              <p:cNvSpPr/>
              <p:nvPr/>
            </p:nvSpPr>
            <p:spPr>
              <a:xfrm>
                <a:off x="8947150" y="1765300"/>
                <a:ext cx="212700" cy="1206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8421" y="120000"/>
                    </a:moveTo>
                    <a:cubicBezTo>
                      <a:pt x="18947" y="120000"/>
                      <a:pt x="18947" y="120000"/>
                      <a:pt x="18947" y="120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10526" y="15000"/>
                      <a:pt x="10526" y="15000"/>
                      <a:pt x="10526" y="15000"/>
                    </a:cubicBezTo>
                    <a:cubicBezTo>
                      <a:pt x="44210" y="33750"/>
                      <a:pt x="77894" y="33750"/>
                      <a:pt x="109473" y="15000"/>
                    </a:cubicBezTo>
                    <a:cubicBezTo>
                      <a:pt x="109473" y="18750"/>
                      <a:pt x="109473" y="18750"/>
                      <a:pt x="109473" y="18750"/>
                    </a:cubicBezTo>
                    <a:cubicBezTo>
                      <a:pt x="103157" y="120000"/>
                      <a:pt x="103157" y="120000"/>
                      <a:pt x="103157" y="120000"/>
                    </a:cubicBezTo>
                    <a:cubicBezTo>
                      <a:pt x="111578" y="120000"/>
                      <a:pt x="111578" y="120000"/>
                      <a:pt x="111578" y="120000"/>
                    </a:cubicBezTo>
                    <a:cubicBezTo>
                      <a:pt x="119999" y="18750"/>
                      <a:pt x="119999" y="18750"/>
                      <a:pt x="119999" y="18750"/>
                    </a:cubicBezTo>
                    <a:cubicBezTo>
                      <a:pt x="119999" y="15000"/>
                      <a:pt x="119999" y="11250"/>
                      <a:pt x="117894" y="7500"/>
                    </a:cubicBezTo>
                    <a:cubicBezTo>
                      <a:pt x="113684" y="0"/>
                      <a:pt x="109473" y="0"/>
                      <a:pt x="107368" y="0"/>
                    </a:cubicBezTo>
                    <a:cubicBezTo>
                      <a:pt x="75789" y="18750"/>
                      <a:pt x="44210" y="18750"/>
                      <a:pt x="14736" y="0"/>
                    </a:cubicBezTo>
                    <a:cubicBezTo>
                      <a:pt x="10526" y="0"/>
                      <a:pt x="6315" y="0"/>
                      <a:pt x="4210" y="7500"/>
                    </a:cubicBezTo>
                    <a:cubicBezTo>
                      <a:pt x="2105" y="11250"/>
                      <a:pt x="0" y="15000"/>
                      <a:pt x="2105" y="18750"/>
                    </a:cubicBezTo>
                    <a:lnTo>
                      <a:pt x="8421" y="120000"/>
                    </a:lnTo>
                    <a:close/>
                  </a:path>
                </a:pathLst>
              </a:custGeom>
              <a:solidFill>
                <a:srgbClr val="32303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1D1D1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8" name="Shape 1131"/>
            <p:cNvCxnSpPr/>
            <p:nvPr/>
          </p:nvCxnSpPr>
          <p:spPr>
            <a:xfrm>
              <a:off x="2801867" y="2958077"/>
              <a:ext cx="0" cy="137100"/>
            </a:xfrm>
            <a:prstGeom prst="straightConnector1">
              <a:avLst/>
            </a:prstGeom>
            <a:noFill/>
            <a:ln w="25400" cap="flat" cmpd="sng">
              <a:solidFill>
                <a:srgbClr val="323031"/>
              </a:solidFill>
              <a:prstDash val="solid"/>
              <a:miter lim="8000"/>
              <a:headEnd type="none" w="med" len="med"/>
              <a:tailEnd type="none" w="med" len="med"/>
            </a:ln>
          </p:spPr>
        </p:cxnSp>
      </p:grpSp>
      <p:sp>
        <p:nvSpPr>
          <p:cNvPr id="157" name="Shape 954"/>
          <p:cNvSpPr/>
          <p:nvPr/>
        </p:nvSpPr>
        <p:spPr>
          <a:xfrm>
            <a:off x="69452" y="3244698"/>
            <a:ext cx="1267831" cy="621921"/>
          </a:xfrm>
          <a:prstGeom prst="roundRect">
            <a:avLst>
              <a:gd name="adj" fmla="val 16667"/>
            </a:avLst>
          </a:prstGeom>
          <a:solidFill>
            <a:srgbClr val="3230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Verdana"/>
              <a:buNone/>
            </a:pPr>
            <a:r>
              <a:rPr lang="en-US" b="0" i="0" u="none" strike="noStrike" cap="none" dirty="0" smtClean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Event API</a:t>
            </a:r>
            <a:endParaRPr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58" name="Shape 996"/>
          <p:cNvCxnSpPr/>
          <p:nvPr/>
        </p:nvCxnSpPr>
        <p:spPr>
          <a:xfrm>
            <a:off x="1490896" y="1800157"/>
            <a:ext cx="3915" cy="1775893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159" name="Shape 996"/>
          <p:cNvCxnSpPr>
            <a:stCxn id="18" idx="1"/>
          </p:cNvCxnSpPr>
          <p:nvPr/>
        </p:nvCxnSpPr>
        <p:spPr>
          <a:xfrm flipH="1">
            <a:off x="1494811" y="1800158"/>
            <a:ext cx="218267" cy="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160" name="Shape 996"/>
          <p:cNvCxnSpPr/>
          <p:nvPr/>
        </p:nvCxnSpPr>
        <p:spPr>
          <a:xfrm flipH="1">
            <a:off x="708700" y="2663288"/>
            <a:ext cx="1014902" cy="0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194" name="Shape 996"/>
          <p:cNvCxnSpPr/>
          <p:nvPr/>
        </p:nvCxnSpPr>
        <p:spPr>
          <a:xfrm>
            <a:off x="703368" y="2663288"/>
            <a:ext cx="0" cy="263649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195" name="Shape 996"/>
          <p:cNvCxnSpPr>
            <a:stCxn id="16" idx="1"/>
          </p:cNvCxnSpPr>
          <p:nvPr/>
        </p:nvCxnSpPr>
        <p:spPr>
          <a:xfrm flipH="1" flipV="1">
            <a:off x="1494811" y="3576049"/>
            <a:ext cx="218266" cy="1"/>
          </a:xfrm>
          <a:prstGeom prst="straightConnector1">
            <a:avLst/>
          </a:prstGeom>
          <a:noFill/>
          <a:ln w="25400" cap="flat" cmpd="sng">
            <a:solidFill>
              <a:srgbClr val="323031"/>
            </a:solidFill>
            <a:prstDash val="solid"/>
            <a:miter lim="8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1321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Introductie van ELK</a:t>
            </a:r>
            <a:endParaRPr lang="nl-NL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smtClean="0"/>
              <a:t>ELK:</a:t>
            </a:r>
          </a:p>
          <a:p>
            <a:pPr lvl="1"/>
            <a:r>
              <a:rPr lang="nl-NL" dirty="0" err="1" smtClean="0"/>
              <a:t>ElasticSearch</a:t>
            </a:r>
            <a:endParaRPr lang="nl-NL" dirty="0" smtClean="0"/>
          </a:p>
          <a:p>
            <a:pPr lvl="1"/>
            <a:r>
              <a:rPr lang="nl-NL" dirty="0" smtClean="0"/>
              <a:t>Logstash</a:t>
            </a:r>
          </a:p>
          <a:p>
            <a:pPr lvl="1"/>
            <a:r>
              <a:rPr lang="nl-NL" dirty="0" err="1" smtClean="0"/>
              <a:t>Kibana</a:t>
            </a:r>
            <a:endParaRPr lang="nl-NL" dirty="0" smtClean="0"/>
          </a:p>
          <a:p>
            <a:r>
              <a:rPr lang="nl-NL" dirty="0" err="1" smtClean="0"/>
              <a:t>ElasticSearch</a:t>
            </a:r>
            <a:r>
              <a:rPr lang="nl-NL" dirty="0" smtClean="0"/>
              <a:t> index</a:t>
            </a:r>
          </a:p>
          <a:p>
            <a:pPr lvl="1"/>
            <a:r>
              <a:rPr lang="nl-NL" dirty="0" err="1" smtClean="0"/>
              <a:t>Mapping</a:t>
            </a:r>
            <a:r>
              <a:rPr lang="nl-NL" dirty="0" smtClean="0"/>
              <a:t> </a:t>
            </a:r>
          </a:p>
          <a:p>
            <a:r>
              <a:rPr lang="nl-NL" dirty="0" err="1" smtClean="0"/>
              <a:t>Kibana</a:t>
            </a:r>
            <a:r>
              <a:rPr lang="nl-NL" dirty="0" smtClean="0"/>
              <a:t>: </a:t>
            </a:r>
            <a:r>
              <a:rPr lang="en-US" dirty="0"/>
              <a:t>Discover -&gt; Visualize -&gt; Dashboard</a:t>
            </a:r>
            <a:endParaRPr lang="nl-NL" dirty="0"/>
          </a:p>
          <a:p>
            <a:r>
              <a:rPr lang="nl-NL" sz="1400" dirty="0"/>
              <a:t>Wiki concept: data is </a:t>
            </a:r>
            <a:r>
              <a:rPr lang="nl-NL" sz="1400" dirty="0" err="1"/>
              <a:t>fixed</a:t>
            </a:r>
            <a:r>
              <a:rPr lang="nl-NL" sz="1400" dirty="0"/>
              <a:t>, prototyping voor </a:t>
            </a:r>
            <a:r>
              <a:rPr lang="nl-NL" sz="1400" dirty="0" smtClean="0"/>
              <a:t>iedereen</a:t>
            </a:r>
            <a:endParaRPr lang="nl-NL" dirty="0" smtClean="0"/>
          </a:p>
          <a:p>
            <a:r>
              <a:rPr lang="nl-NL" dirty="0" smtClean="0"/>
              <a:t>Wij kozen voor Cloud platform bij AWS</a:t>
            </a:r>
            <a:endParaRPr lang="nl-NL" dirty="0" smtClean="0"/>
          </a:p>
          <a:p>
            <a:endParaRPr lang="nl-NL" dirty="0" smtClean="0"/>
          </a:p>
          <a:p>
            <a:endParaRPr lang="nl-NL" dirty="0" smtClean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Elk in action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844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Zaken waar wij tegenaan liepen</a:t>
            </a:r>
            <a:endParaRPr lang="nl-NL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Data wegschrijven in het formaat waarop je wilt </a:t>
            </a:r>
            <a:r>
              <a:rPr lang="nl-NL" dirty="0" smtClean="0"/>
              <a:t>zoeken</a:t>
            </a:r>
          </a:p>
          <a:p>
            <a:pPr lvl="1"/>
            <a:r>
              <a:rPr lang="nl-NL" dirty="0" smtClean="0"/>
              <a:t>Wij kozen voor 1 </a:t>
            </a:r>
            <a:r>
              <a:rPr lang="nl-NL" dirty="0"/>
              <a:t>document van de transactie met </a:t>
            </a:r>
            <a:r>
              <a:rPr lang="nl-NL" dirty="0" err="1" smtClean="0"/>
              <a:t>transactieId</a:t>
            </a:r>
            <a:r>
              <a:rPr lang="nl-NL" dirty="0"/>
              <a:t> </a:t>
            </a:r>
            <a:r>
              <a:rPr lang="nl-NL" dirty="0" smtClean="0"/>
              <a:t>met daaronder de events</a:t>
            </a:r>
          </a:p>
          <a:p>
            <a:pPr lvl="1"/>
            <a:r>
              <a:rPr lang="nl-NL" dirty="0" smtClean="0"/>
              <a:t>Indexen meteen aanpassen aan je data (index </a:t>
            </a:r>
            <a:r>
              <a:rPr lang="nl-NL" dirty="0"/>
              <a:t>betekend heel iets anders dan in een relationele DB</a:t>
            </a:r>
            <a:r>
              <a:rPr lang="nl-NL" dirty="0" smtClean="0"/>
              <a:t>)</a:t>
            </a:r>
          </a:p>
          <a:p>
            <a:r>
              <a:rPr lang="nl-NL" dirty="0" smtClean="0"/>
              <a:t>In </a:t>
            </a:r>
            <a:r>
              <a:rPr lang="nl-NL" dirty="0"/>
              <a:t>het </a:t>
            </a:r>
            <a:r>
              <a:rPr lang="nl-NL" dirty="0" smtClean="0"/>
              <a:t>event naar de eventservice </a:t>
            </a:r>
            <a:r>
              <a:rPr lang="nl-NL" dirty="0"/>
              <a:t>alle data erin stoppen die je </a:t>
            </a:r>
            <a:r>
              <a:rPr lang="nl-NL" dirty="0" smtClean="0"/>
              <a:t>hebt. Daarna kiezen welke naar ES gaan</a:t>
            </a:r>
            <a:endParaRPr lang="nl-NL" dirty="0"/>
          </a:p>
          <a:p>
            <a:r>
              <a:rPr lang="nl-NL" dirty="0" smtClean="0"/>
              <a:t>Race condities en </a:t>
            </a:r>
            <a:r>
              <a:rPr lang="nl-NL" dirty="0" err="1" smtClean="0"/>
              <a:t>versionering</a:t>
            </a:r>
            <a:r>
              <a:rPr lang="nl-NL" dirty="0" smtClean="0"/>
              <a:t>: Single </a:t>
            </a:r>
            <a:r>
              <a:rPr lang="nl-NL" dirty="0" err="1"/>
              <a:t>threaded</a:t>
            </a:r>
            <a:r>
              <a:rPr lang="nl-NL" dirty="0"/>
              <a:t> naar </a:t>
            </a:r>
            <a:r>
              <a:rPr lang="nl-NL" dirty="0" err="1"/>
              <a:t>upsert</a:t>
            </a:r>
            <a:r>
              <a:rPr lang="nl-NL" dirty="0"/>
              <a:t> en </a:t>
            </a:r>
            <a:r>
              <a:rPr lang="nl-NL" dirty="0" err="1"/>
              <a:t>retryCount</a:t>
            </a:r>
            <a:endParaRPr lang="nl-NL" dirty="0"/>
          </a:p>
          <a:p>
            <a:r>
              <a:rPr lang="nl-NL" dirty="0" err="1" smtClean="0"/>
              <a:t>Scripted</a:t>
            </a:r>
            <a:r>
              <a:rPr lang="nl-NL" dirty="0" smtClean="0"/>
              <a:t> fields</a:t>
            </a:r>
          </a:p>
          <a:p>
            <a:r>
              <a:rPr lang="nl-NL" dirty="0" smtClean="0"/>
              <a:t>AWS </a:t>
            </a:r>
            <a:r>
              <a:rPr lang="nl-NL" dirty="0" err="1" smtClean="0"/>
              <a:t>ElasticSearch</a:t>
            </a:r>
            <a:r>
              <a:rPr lang="nl-NL" dirty="0" smtClean="0"/>
              <a:t> heeft zijn beperkingen</a:t>
            </a:r>
          </a:p>
          <a:p>
            <a:pPr lvl="1"/>
            <a:r>
              <a:rPr lang="nl-NL" dirty="0" smtClean="0"/>
              <a:t>Versie 5.5</a:t>
            </a:r>
          </a:p>
          <a:p>
            <a:pPr lvl="1"/>
            <a:r>
              <a:rPr lang="nl-NL" dirty="0" err="1" smtClean="0"/>
              <a:t>Authorisatiemodel</a:t>
            </a:r>
            <a:endParaRPr lang="nl-NL" dirty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Elk in action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044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 dirty="0" smtClean="0"/>
              <a:t>Toekomstige ideeën</a:t>
            </a:r>
            <a:endParaRPr lang="nl-NL" sz="24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NL" sz="2000" dirty="0" smtClean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Elk in action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8" name="Content Placeholder 6"/>
          <p:cNvSpPr txBox="1">
            <a:spLocks/>
          </p:cNvSpPr>
          <p:nvPr/>
        </p:nvSpPr>
        <p:spPr>
          <a:xfrm>
            <a:off x="719999" y="919877"/>
            <a:ext cx="6623999" cy="37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80000" indent="-1800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 err="1" smtClean="0"/>
              <a:t>Geolocatie</a:t>
            </a:r>
            <a:r>
              <a:rPr lang="nl-NL" sz="1600" dirty="0" smtClean="0"/>
              <a:t> van orders</a:t>
            </a:r>
            <a:endParaRPr lang="nl-NL" sz="2000" dirty="0" smtClean="0"/>
          </a:p>
          <a:p>
            <a:r>
              <a:rPr lang="nl-NL" sz="1600" dirty="0" smtClean="0"/>
              <a:t>Producten view, error view, </a:t>
            </a:r>
            <a:r>
              <a:rPr lang="nl-NL" sz="1600" dirty="0" err="1" smtClean="0"/>
              <a:t>etc</a:t>
            </a:r>
            <a:endParaRPr lang="nl-NL" sz="2000" dirty="0" smtClean="0"/>
          </a:p>
          <a:p>
            <a:r>
              <a:rPr lang="nl-NL" sz="1600" dirty="0" smtClean="0"/>
              <a:t>Dashboard per ordertype / afdeling</a:t>
            </a:r>
            <a:endParaRPr lang="nl-NL" sz="2000" dirty="0" smtClean="0"/>
          </a:p>
          <a:p>
            <a:r>
              <a:rPr lang="nl-NL" sz="1600" dirty="0" smtClean="0"/>
              <a:t>Autorisatie, authenticatie van </a:t>
            </a:r>
            <a:r>
              <a:rPr lang="nl-NL" sz="1600" dirty="0" err="1" smtClean="0"/>
              <a:t>Kibana</a:t>
            </a:r>
            <a:r>
              <a:rPr lang="nl-NL" sz="1600" dirty="0" smtClean="0"/>
              <a:t> en uitrol naar gebruikers</a:t>
            </a:r>
            <a:endParaRPr lang="nl-NL" sz="2000" dirty="0" smtClean="0"/>
          </a:p>
          <a:p>
            <a:pPr marL="0" indent="0">
              <a:buNone/>
            </a:pPr>
            <a:endParaRPr lang="nl-NL" sz="2000" dirty="0" smtClean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326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 dirty="0" err="1" smtClean="0"/>
              <a:t>Wrap</a:t>
            </a:r>
            <a:r>
              <a:rPr lang="nl-NL" dirty="0" smtClean="0"/>
              <a:t>-up</a:t>
            </a:r>
            <a:endParaRPr lang="nl-NL" sz="24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600" dirty="0" err="1" smtClean="0"/>
              <a:t>Schaalbaar</a:t>
            </a:r>
            <a:r>
              <a:rPr lang="en-US" sz="1600" dirty="0"/>
              <a:t>, Cloud </a:t>
            </a:r>
            <a:r>
              <a:rPr lang="en-US" sz="1600" dirty="0" err="1"/>
              <a:t>versie</a:t>
            </a:r>
            <a:r>
              <a:rPr lang="en-US" sz="1600" dirty="0"/>
              <a:t>, </a:t>
            </a:r>
            <a:r>
              <a:rPr lang="en-US" sz="1600" dirty="0" err="1"/>
              <a:t>laagdrempeling</a:t>
            </a:r>
            <a:r>
              <a:rPr lang="en-US" sz="1600" dirty="0"/>
              <a:t>, gratis</a:t>
            </a:r>
            <a:endParaRPr lang="nl-NL" sz="1600" dirty="0"/>
          </a:p>
          <a:p>
            <a:pPr lvl="0"/>
            <a:r>
              <a:rPr lang="en-US" sz="1600" dirty="0" err="1"/>
              <a:t>Leercurve</a:t>
            </a:r>
            <a:r>
              <a:rPr lang="en-US" sz="1600" dirty="0"/>
              <a:t> van </a:t>
            </a:r>
            <a:r>
              <a:rPr lang="en-US" sz="1600" dirty="0" err="1"/>
              <a:t>spelen</a:t>
            </a:r>
            <a:r>
              <a:rPr lang="en-US" sz="1600" dirty="0"/>
              <a:t> </a:t>
            </a:r>
            <a:r>
              <a:rPr lang="en-US" sz="1600" dirty="0" err="1"/>
              <a:t>naar</a:t>
            </a:r>
            <a:r>
              <a:rPr lang="en-US" sz="1600" dirty="0"/>
              <a:t> </a:t>
            </a:r>
            <a:r>
              <a:rPr lang="en-US" sz="1600" dirty="0" err="1"/>
              <a:t>productie</a:t>
            </a:r>
            <a:endParaRPr lang="nl-NL" sz="1600" dirty="0"/>
          </a:p>
          <a:p>
            <a:pPr lvl="0"/>
            <a:r>
              <a:rPr lang="nl-NL" sz="1600" dirty="0"/>
              <a:t>Ik heb maar een fractie geraakt van wat mogelijk </a:t>
            </a:r>
            <a:r>
              <a:rPr lang="nl-NL" sz="1600" dirty="0" smtClean="0"/>
              <a:t>is</a:t>
            </a:r>
          </a:p>
          <a:p>
            <a:pPr lvl="0"/>
            <a:r>
              <a:rPr lang="nl-NL" sz="1600" dirty="0" smtClean="0"/>
              <a:t>Laat je relationele DB ervaringen los</a:t>
            </a:r>
          </a:p>
          <a:p>
            <a:pPr lvl="0"/>
            <a:r>
              <a:rPr lang="nl-NL" sz="1600" dirty="0" smtClean="0"/>
              <a:t>Het is ingewikkeld om een generieke service echt generiek te maken</a:t>
            </a:r>
            <a:endParaRPr lang="nl-NL" sz="1600" dirty="0"/>
          </a:p>
          <a:p>
            <a:endParaRPr lang="nl-NL" sz="2000" dirty="0" smtClean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Elk in action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79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Titel van de presentatie</a:t>
            </a:r>
            <a:endParaRPr lang="nl-NL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6" name="Tijdelijke aanduiding voor afbeelding 5" descr="conclusionaccelerate_254_97,52.jp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-19" r="-1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7647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clusion_Accelerate!_presentatie_v1">
  <a:themeElements>
    <a:clrScheme name="Conclusion_Paars">
      <a:dk1>
        <a:srgbClr val="000000"/>
      </a:dk1>
      <a:lt1>
        <a:srgbClr val="FFFFFF"/>
      </a:lt1>
      <a:dk2>
        <a:srgbClr val="643C91"/>
      </a:dk2>
      <a:lt2>
        <a:srgbClr val="9D9D9C"/>
      </a:lt2>
      <a:accent1>
        <a:srgbClr val="E63232"/>
      </a:accent1>
      <a:accent2>
        <a:srgbClr val="00AAC8"/>
      </a:accent2>
      <a:accent3>
        <a:srgbClr val="0069B4"/>
      </a:accent3>
      <a:accent4>
        <a:srgbClr val="FFCC00"/>
      </a:accent4>
      <a:accent5>
        <a:srgbClr val="00A03C"/>
      </a:accent5>
      <a:accent6>
        <a:srgbClr val="DA4290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rtlCol="0">
        <a:spAutoFit/>
      </a:bodyPr>
      <a:lstStyle>
        <a:defPPr>
          <a:defRPr sz="13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nclusion_Accelerate!_presentatie_v2" id="{71C95EEA-FC6A-3141-BB87-CD499FA7B385}" vid="{9405ED2B-CBE7-6C48-B51B-54DD7E31B0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Conclusion_Accelerate!_presentatie_v2</Template>
  <TotalTime>1796</TotalTime>
  <Words>323</Words>
  <Application>Microsoft Office PowerPoint</Application>
  <PresentationFormat>On-screen Show (16:9)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Verdana</vt:lpstr>
      <vt:lpstr>Conclusion_Accelerate!_presentatie_v1</vt:lpstr>
      <vt:lpstr>ELK stack in action  Michiel van der Sluis</vt:lpstr>
      <vt:lpstr>Uitdagingen bij onze klant</vt:lpstr>
      <vt:lpstr>MuleSoft API platform</vt:lpstr>
      <vt:lpstr>Introductie van ELK</vt:lpstr>
      <vt:lpstr>Zaken waar wij tegenaan liepen</vt:lpstr>
      <vt:lpstr>Toekomstige ideeën</vt:lpstr>
      <vt:lpstr>Wrap-up</vt:lpstr>
      <vt:lpstr>PowerPoint Presentation</vt:lpstr>
    </vt:vector>
  </TitlesOfParts>
  <Manager/>
  <Company>Conclusion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Conclusion Accelerate!</dc:title>
  <dc:subject/>
  <dc:creator>Michiel van der Sluis</dc:creator>
  <cp:keywords/>
  <dc:description>Conclusion Accelerate! - versie 1 - juni 2017
Ontwerp: Humming
Template: Ton Persoon</dc:description>
  <cp:lastModifiedBy>Michiel van der Sluis</cp:lastModifiedBy>
  <cp:revision>104</cp:revision>
  <dcterms:created xsi:type="dcterms:W3CDTF">2017-08-09T07:10:34Z</dcterms:created>
  <dcterms:modified xsi:type="dcterms:W3CDTF">2018-02-20T17:08:40Z</dcterms:modified>
  <cp:category/>
</cp:coreProperties>
</file>